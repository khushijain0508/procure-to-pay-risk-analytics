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7"/>
  </p:notesMasterIdLst>
  <p:sldIdLst>
    <p:sldId id="2767" r:id="rId5"/>
    <p:sldId id="257" r:id="rId6"/>
    <p:sldId id="2769" r:id="rId7"/>
    <p:sldId id="2770" r:id="rId8"/>
    <p:sldId id="2768" r:id="rId9"/>
    <p:sldId id="260" r:id="rId10"/>
    <p:sldId id="2789" r:id="rId11"/>
    <p:sldId id="2792" r:id="rId12"/>
    <p:sldId id="2794" r:id="rId13"/>
    <p:sldId id="274" r:id="rId14"/>
    <p:sldId id="2783" r:id="rId15"/>
    <p:sldId id="278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078B44D-A8A7-4012-80FF-01897777B9A1}">
          <p14:sldIdLst>
            <p14:sldId id="2767"/>
            <p14:sldId id="257"/>
            <p14:sldId id="2769"/>
            <p14:sldId id="2770"/>
            <p14:sldId id="2768"/>
            <p14:sldId id="260"/>
            <p14:sldId id="2789"/>
            <p14:sldId id="2792"/>
            <p14:sldId id="2794"/>
            <p14:sldId id="274"/>
            <p14:sldId id="2783"/>
            <p14:sldId id="27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CE28"/>
    <a:srgbClr val="F8EB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B09AD9-8DF7-4EE3-849D-B739A7F055C6}" v="603" dt="2026-06-30T06:04:20.3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4695"/>
  </p:normalViewPr>
  <p:slideViewPr>
    <p:cSldViewPr snapToGrid="0">
      <p:cViewPr varScale="1">
        <p:scale>
          <a:sx n="67" d="100"/>
          <a:sy n="67" d="100"/>
        </p:scale>
        <p:origin x="3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ushi Jain" userId="5aa6d49907f61831" providerId="LiveId" clId="{0BDE1FB9-1B70-47DD-A821-DFA0088EDEF9}"/>
    <pc:docChg chg="undo redo custSel addSld delSld modSld sldOrd modMainMaster modSection">
      <pc:chgData name="Khushi Jain" userId="5aa6d49907f61831" providerId="LiveId" clId="{0BDE1FB9-1B70-47DD-A821-DFA0088EDEF9}" dt="2026-07-04T17:57:20.725" v="4676" actId="2696"/>
      <pc:docMkLst>
        <pc:docMk/>
      </pc:docMkLst>
      <pc:sldChg chg="addSp delSp modSp mod setBg">
        <pc:chgData name="Khushi Jain" userId="5aa6d49907f61831" providerId="LiveId" clId="{0BDE1FB9-1B70-47DD-A821-DFA0088EDEF9}" dt="2026-06-05T05:07:48.370" v="4224"/>
        <pc:sldMkLst>
          <pc:docMk/>
          <pc:sldMk cId="4216523365" sldId="257"/>
        </pc:sldMkLst>
        <pc:spChg chg="mod">
          <ac:chgData name="Khushi Jain" userId="5aa6d49907f61831" providerId="LiveId" clId="{0BDE1FB9-1B70-47DD-A821-DFA0088EDEF9}" dt="2026-06-05T05:04:16.023" v="4189" actId="207"/>
          <ac:spMkLst>
            <pc:docMk/>
            <pc:sldMk cId="4216523365" sldId="257"/>
            <ac:spMk id="3" creationId="{432C04E6-B771-F1FA-85F4-B7984DE55A8E}"/>
          </ac:spMkLst>
        </pc:spChg>
        <pc:spChg chg="add mod">
          <ac:chgData name="Khushi Jain" userId="5aa6d49907f61831" providerId="LiveId" clId="{0BDE1FB9-1B70-47DD-A821-DFA0088EDEF9}" dt="2026-06-05T05:04:10.467" v="4188" actId="207"/>
          <ac:spMkLst>
            <pc:docMk/>
            <pc:sldMk cId="4216523365" sldId="257"/>
            <ac:spMk id="4" creationId="{C7CDDA7F-180A-1FF8-A133-F34E422A5D47}"/>
          </ac:spMkLst>
        </pc:spChg>
        <pc:picChg chg="add mod">
          <ac:chgData name="Khushi Jain" userId="5aa6d49907f61831" providerId="LiveId" clId="{0BDE1FB9-1B70-47DD-A821-DFA0088EDEF9}" dt="2026-06-05T05:07:48.370" v="4224"/>
          <ac:picMkLst>
            <pc:docMk/>
            <pc:sldMk cId="4216523365" sldId="257"/>
            <ac:picMk id="7" creationId="{C0E2259E-A2E3-3154-F260-D57196E31345}"/>
          </ac:picMkLst>
        </pc:picChg>
        <pc:picChg chg="mod">
          <ac:chgData name="Khushi Jain" userId="5aa6d49907f61831" providerId="LiveId" clId="{0BDE1FB9-1B70-47DD-A821-DFA0088EDEF9}" dt="2026-06-04T13:16:57.546" v="4130"/>
          <ac:picMkLst>
            <pc:docMk/>
            <pc:sldMk cId="4216523365" sldId="257"/>
            <ac:picMk id="8" creationId="{F0BEEF81-2EA0-A357-FA81-776EFB44BC4F}"/>
          </ac:picMkLst>
        </pc:picChg>
      </pc:sldChg>
      <pc:sldChg chg="addSp delSp modSp mod setBg">
        <pc:chgData name="Khushi Jain" userId="5aa6d49907f61831" providerId="LiveId" clId="{0BDE1FB9-1B70-47DD-A821-DFA0088EDEF9}" dt="2026-06-05T10:51:58.323" v="4507" actId="20577"/>
        <pc:sldMkLst>
          <pc:docMk/>
          <pc:sldMk cId="4198690590" sldId="260"/>
        </pc:sldMkLst>
        <pc:spChg chg="add mod">
          <ac:chgData name="Khushi Jain" userId="5aa6d49907f61831" providerId="LiveId" clId="{0BDE1FB9-1B70-47DD-A821-DFA0088EDEF9}" dt="2026-06-05T05:16:41.454" v="4232" actId="207"/>
          <ac:spMkLst>
            <pc:docMk/>
            <pc:sldMk cId="4198690590" sldId="260"/>
            <ac:spMk id="6" creationId="{527399E8-B5C3-0C88-CB3E-B9A780514F68}"/>
          </ac:spMkLst>
        </pc:spChg>
        <pc:graphicFrameChg chg="add mod modGraphic">
          <ac:chgData name="Khushi Jain" userId="5aa6d49907f61831" providerId="LiveId" clId="{0BDE1FB9-1B70-47DD-A821-DFA0088EDEF9}" dt="2026-06-05T10:51:58.323" v="4507" actId="20577"/>
          <ac:graphicFrameMkLst>
            <pc:docMk/>
            <pc:sldMk cId="4198690590" sldId="260"/>
            <ac:graphicFrameMk id="4" creationId="{FAA0E06B-BB38-335C-E13B-7140E4E8710A}"/>
          </ac:graphicFrameMkLst>
        </pc:graphicFrameChg>
        <pc:picChg chg="add mod">
          <ac:chgData name="Khushi Jain" userId="5aa6d49907f61831" providerId="LiveId" clId="{0BDE1FB9-1B70-47DD-A821-DFA0088EDEF9}" dt="2026-06-05T05:07:10.803" v="4216" actId="14100"/>
          <ac:picMkLst>
            <pc:docMk/>
            <pc:sldMk cId="4198690590" sldId="260"/>
            <ac:picMk id="3" creationId="{B6A49B9F-A211-5A51-14B2-4C92081B0352}"/>
          </ac:picMkLst>
        </pc:picChg>
      </pc:sldChg>
      <pc:sldChg chg="addSp delSp modSp add del mod setBg modShow">
        <pc:chgData name="Khushi Jain" userId="5aa6d49907f61831" providerId="LiveId" clId="{0BDE1FB9-1B70-47DD-A821-DFA0088EDEF9}" dt="2026-07-04T17:57:16.712" v="4675" actId="2696"/>
        <pc:sldMkLst>
          <pc:docMk/>
          <pc:sldMk cId="0" sldId="262"/>
        </pc:sldMkLst>
        <pc:spChg chg="mod">
          <ac:chgData name="Khushi Jain" userId="5aa6d49907f61831" providerId="LiveId" clId="{0BDE1FB9-1B70-47DD-A821-DFA0088EDEF9}" dt="2026-06-05T05:25:15.685" v="4279" actId="207"/>
          <ac:spMkLst>
            <pc:docMk/>
            <pc:sldMk cId="0" sldId="262"/>
            <ac:spMk id="4" creationId="{00000000-0000-0000-0000-000000000000}"/>
          </ac:spMkLst>
        </pc:spChg>
        <pc:spChg chg="mod">
          <ac:chgData name="Khushi Jain" userId="5aa6d49907f61831" providerId="LiveId" clId="{0BDE1FB9-1B70-47DD-A821-DFA0088EDEF9}" dt="2026-06-05T05:25:15.685" v="4279" actId="207"/>
          <ac:spMkLst>
            <pc:docMk/>
            <pc:sldMk cId="0" sldId="262"/>
            <ac:spMk id="5" creationId="{00000000-0000-0000-0000-000000000000}"/>
          </ac:spMkLst>
        </pc:spChg>
        <pc:spChg chg="mod">
          <ac:chgData name="Khushi Jain" userId="5aa6d49907f61831" providerId="LiveId" clId="{0BDE1FB9-1B70-47DD-A821-DFA0088EDEF9}" dt="2026-06-05T05:23:57.066" v="4269" actId="13822"/>
          <ac:spMkLst>
            <pc:docMk/>
            <pc:sldMk cId="0" sldId="262"/>
            <ac:spMk id="7" creationId="{00000000-0000-0000-0000-000000000000}"/>
          </ac:spMkLst>
        </pc:spChg>
        <pc:spChg chg="mod">
          <ac:chgData name="Khushi Jain" userId="5aa6d49907f61831" providerId="LiveId" clId="{0BDE1FB9-1B70-47DD-A821-DFA0088EDEF9}" dt="2026-06-05T05:23:57.066" v="4269" actId="13822"/>
          <ac:spMkLst>
            <pc:docMk/>
            <pc:sldMk cId="0" sldId="262"/>
            <ac:spMk id="8" creationId="{00000000-0000-0000-0000-000000000000}"/>
          </ac:spMkLst>
        </pc:spChg>
        <pc:spChg chg="mod">
          <ac:chgData name="Khushi Jain" userId="5aa6d49907f61831" providerId="LiveId" clId="{0BDE1FB9-1B70-47DD-A821-DFA0088EDEF9}" dt="2026-06-05T05:25:20.816" v="4280" actId="207"/>
          <ac:spMkLst>
            <pc:docMk/>
            <pc:sldMk cId="0" sldId="262"/>
            <ac:spMk id="14" creationId="{00000000-0000-0000-0000-000000000000}"/>
          </ac:spMkLst>
        </pc:spChg>
        <pc:spChg chg="mod">
          <ac:chgData name="Khushi Jain" userId="5aa6d49907f61831" providerId="LiveId" clId="{0BDE1FB9-1B70-47DD-A821-DFA0088EDEF9}" dt="2026-06-05T05:25:20.816" v="4280" actId="207"/>
          <ac:spMkLst>
            <pc:docMk/>
            <pc:sldMk cId="0" sldId="262"/>
            <ac:spMk id="15" creationId="{00000000-0000-0000-0000-000000000000}"/>
          </ac:spMkLst>
        </pc:spChg>
        <pc:spChg chg="mod">
          <ac:chgData name="Khushi Jain" userId="5aa6d49907f61831" providerId="LiveId" clId="{0BDE1FB9-1B70-47DD-A821-DFA0088EDEF9}" dt="2026-06-05T05:25:07.008" v="4278" actId="207"/>
          <ac:spMkLst>
            <pc:docMk/>
            <pc:sldMk cId="0" sldId="262"/>
            <ac:spMk id="20" creationId="{00000000-0000-0000-0000-000000000000}"/>
          </ac:spMkLst>
        </pc:spChg>
        <pc:spChg chg="mod">
          <ac:chgData name="Khushi Jain" userId="5aa6d49907f61831" providerId="LiveId" clId="{0BDE1FB9-1B70-47DD-A821-DFA0088EDEF9}" dt="2026-06-05T05:25:07.008" v="4278" actId="207"/>
          <ac:spMkLst>
            <pc:docMk/>
            <pc:sldMk cId="0" sldId="262"/>
            <ac:spMk id="21" creationId="{00000000-0000-0000-0000-000000000000}"/>
          </ac:spMkLst>
        </pc:spChg>
        <pc:spChg chg="mod">
          <ac:chgData name="Khushi Jain" userId="5aa6d49907f61831" providerId="LiveId" clId="{0BDE1FB9-1B70-47DD-A821-DFA0088EDEF9}" dt="2026-06-05T05:25:33.071" v="4282" actId="13822"/>
          <ac:spMkLst>
            <pc:docMk/>
            <pc:sldMk cId="0" sldId="262"/>
            <ac:spMk id="23" creationId="{00000000-0000-0000-0000-000000000000}"/>
          </ac:spMkLst>
        </pc:spChg>
        <pc:spChg chg="mod">
          <ac:chgData name="Khushi Jain" userId="5aa6d49907f61831" providerId="LiveId" clId="{0BDE1FB9-1B70-47DD-A821-DFA0088EDEF9}" dt="2026-06-05T05:25:33.071" v="4282" actId="13822"/>
          <ac:spMkLst>
            <pc:docMk/>
            <pc:sldMk cId="0" sldId="262"/>
            <ac:spMk id="24" creationId="{00000000-0000-0000-0000-000000000000}"/>
          </ac:spMkLst>
        </pc:spChg>
        <pc:spChg chg="mod">
          <ac:chgData name="Khushi Jain" userId="5aa6d49907f61831" providerId="LiveId" clId="{0BDE1FB9-1B70-47DD-A821-DFA0088EDEF9}" dt="2026-06-05T05:25:29.563" v="4281" actId="13822"/>
          <ac:spMkLst>
            <pc:docMk/>
            <pc:sldMk cId="0" sldId="262"/>
            <ac:spMk id="26" creationId="{00000000-0000-0000-0000-000000000000}"/>
          </ac:spMkLst>
        </pc:spChg>
        <pc:spChg chg="mod">
          <ac:chgData name="Khushi Jain" userId="5aa6d49907f61831" providerId="LiveId" clId="{0BDE1FB9-1B70-47DD-A821-DFA0088EDEF9}" dt="2026-06-05T05:25:29.563" v="4281" actId="13822"/>
          <ac:spMkLst>
            <pc:docMk/>
            <pc:sldMk cId="0" sldId="262"/>
            <ac:spMk id="27" creationId="{00000000-0000-0000-0000-000000000000}"/>
          </ac:spMkLst>
        </pc:spChg>
        <pc:spChg chg="mod">
          <ac:chgData name="Khushi Jain" userId="5aa6d49907f61831" providerId="LiveId" clId="{0BDE1FB9-1B70-47DD-A821-DFA0088EDEF9}" dt="2026-06-05T05:24:18.792" v="4272" actId="207"/>
          <ac:spMkLst>
            <pc:docMk/>
            <pc:sldMk cId="0" sldId="262"/>
            <ac:spMk id="38" creationId="{00000000-0000-0000-0000-000000000000}"/>
          </ac:spMkLst>
        </pc:spChg>
        <pc:spChg chg="mod">
          <ac:chgData name="Khushi Jain" userId="5aa6d49907f61831" providerId="LiveId" clId="{0BDE1FB9-1B70-47DD-A821-DFA0088EDEF9}" dt="2026-06-05T05:22:20.755" v="4252" actId="207"/>
          <ac:spMkLst>
            <pc:docMk/>
            <pc:sldMk cId="0" sldId="262"/>
            <ac:spMk id="39" creationId="{00000000-0000-0000-0000-000000000000}"/>
          </ac:spMkLst>
        </pc:spChg>
        <pc:spChg chg="mod">
          <ac:chgData name="Khushi Jain" userId="5aa6d49907f61831" providerId="LiveId" clId="{0BDE1FB9-1B70-47DD-A821-DFA0088EDEF9}" dt="2026-06-05T05:22:23.876" v="4253" actId="207"/>
          <ac:spMkLst>
            <pc:docMk/>
            <pc:sldMk cId="0" sldId="262"/>
            <ac:spMk id="40" creationId="{00000000-0000-0000-0000-000000000000}"/>
          </ac:spMkLst>
        </pc:spChg>
        <pc:spChg chg="add mod">
          <ac:chgData name="Khushi Jain" userId="5aa6d49907f61831" providerId="LiveId" clId="{0BDE1FB9-1B70-47DD-A821-DFA0088EDEF9}" dt="2026-06-05T05:29:29.603" v="4302" actId="20577"/>
          <ac:spMkLst>
            <pc:docMk/>
            <pc:sldMk cId="0" sldId="262"/>
            <ac:spMk id="50" creationId="{5A3F9279-DF0F-EFC3-E183-6D50C768B736}"/>
          </ac:spMkLst>
        </pc:spChg>
        <pc:spChg chg="add mod">
          <ac:chgData name="Khushi Jain" userId="5aa6d49907f61831" providerId="LiveId" clId="{0BDE1FB9-1B70-47DD-A821-DFA0088EDEF9}" dt="2026-06-05T05:24:32.016" v="4273" actId="207"/>
          <ac:spMkLst>
            <pc:docMk/>
            <pc:sldMk cId="0" sldId="262"/>
            <ac:spMk id="56" creationId="{88DC8A51-3787-C431-74AD-DCB01A303130}"/>
          </ac:spMkLst>
        </pc:spChg>
        <pc:spChg chg="add mod">
          <ac:chgData name="Khushi Jain" userId="5aa6d49907f61831" providerId="LiveId" clId="{0BDE1FB9-1B70-47DD-A821-DFA0088EDEF9}" dt="2026-06-05T05:23:47.947" v="4268" actId="13822"/>
          <ac:spMkLst>
            <pc:docMk/>
            <pc:sldMk cId="0" sldId="262"/>
            <ac:spMk id="57" creationId="{08EB9437-7349-BE96-CD79-34C20F1E5469}"/>
          </ac:spMkLst>
        </pc:spChg>
        <pc:spChg chg="add mod">
          <ac:chgData name="Khushi Jain" userId="5aa6d49907f61831" providerId="LiveId" clId="{0BDE1FB9-1B70-47DD-A821-DFA0088EDEF9}" dt="2026-06-05T05:24:58.803" v="4276" actId="207"/>
          <ac:spMkLst>
            <pc:docMk/>
            <pc:sldMk cId="0" sldId="262"/>
            <ac:spMk id="58" creationId="{5C53F490-D328-3CB9-DFE1-68583BA0ED37}"/>
          </ac:spMkLst>
        </pc:spChg>
        <pc:spChg chg="add mod">
          <ac:chgData name="Khushi Jain" userId="5aa6d49907f61831" providerId="LiveId" clId="{0BDE1FB9-1B70-47DD-A821-DFA0088EDEF9}" dt="2026-06-05T05:24:16.221" v="4271" actId="207"/>
          <ac:spMkLst>
            <pc:docMk/>
            <pc:sldMk cId="0" sldId="262"/>
            <ac:spMk id="59" creationId="{3BA65C4E-C675-F2FD-14D3-587BE705F3A3}"/>
          </ac:spMkLst>
        </pc:spChg>
        <pc:spChg chg="add mod">
          <ac:chgData name="Khushi Jain" userId="5aa6d49907f61831" providerId="LiveId" clId="{0BDE1FB9-1B70-47DD-A821-DFA0088EDEF9}" dt="2026-06-05T05:24:11.909" v="4270" actId="207"/>
          <ac:spMkLst>
            <pc:docMk/>
            <pc:sldMk cId="0" sldId="262"/>
            <ac:spMk id="60" creationId="{0A2D10B8-8BBB-6FE0-7C94-4B47B2CA3B15}"/>
          </ac:spMkLst>
        </pc:spChg>
        <pc:spChg chg="add mod">
          <ac:chgData name="Khushi Jain" userId="5aa6d49907f61831" providerId="LiveId" clId="{0BDE1FB9-1B70-47DD-A821-DFA0088EDEF9}" dt="2026-06-05T05:22:13.768" v="4251" actId="207"/>
          <ac:spMkLst>
            <pc:docMk/>
            <pc:sldMk cId="0" sldId="262"/>
            <ac:spMk id="61" creationId="{0CE8FED6-EE4B-5A73-B156-E5682F968335}"/>
          </ac:spMkLst>
        </pc:spChg>
        <pc:grpChg chg="mod">
          <ac:chgData name="Khushi Jain" userId="5aa6d49907f61831" providerId="LiveId" clId="{0BDE1FB9-1B70-47DD-A821-DFA0088EDEF9}" dt="2026-06-05T05:25:15.685" v="4279" actId="207"/>
          <ac:grpSpMkLst>
            <pc:docMk/>
            <pc:sldMk cId="0" sldId="262"/>
            <ac:grpSpMk id="3" creationId="{00000000-0000-0000-0000-000000000000}"/>
          </ac:grpSpMkLst>
        </pc:grpChg>
        <pc:grpChg chg="add del mod">
          <ac:chgData name="Khushi Jain" userId="5aa6d49907f61831" providerId="LiveId" clId="{0BDE1FB9-1B70-47DD-A821-DFA0088EDEF9}" dt="2026-06-05T05:23:10.991" v="4267" actId="207"/>
          <ac:grpSpMkLst>
            <pc:docMk/>
            <pc:sldMk cId="0" sldId="262"/>
            <ac:grpSpMk id="6" creationId="{00000000-0000-0000-0000-000000000000}"/>
          </ac:grpSpMkLst>
        </pc:grpChg>
        <pc:grpChg chg="mod">
          <ac:chgData name="Khushi Jain" userId="5aa6d49907f61831" providerId="LiveId" clId="{0BDE1FB9-1B70-47DD-A821-DFA0088EDEF9}" dt="2026-06-05T05:25:20.816" v="4280" actId="207"/>
          <ac:grpSpMkLst>
            <pc:docMk/>
            <pc:sldMk cId="0" sldId="262"/>
            <ac:grpSpMk id="13" creationId="{00000000-0000-0000-0000-000000000000}"/>
          </ac:grpSpMkLst>
        </pc:grpChg>
        <pc:grpChg chg="mod">
          <ac:chgData name="Khushi Jain" userId="5aa6d49907f61831" providerId="LiveId" clId="{0BDE1FB9-1B70-47DD-A821-DFA0088EDEF9}" dt="2026-06-05T05:25:07.008" v="4278" actId="207"/>
          <ac:grpSpMkLst>
            <pc:docMk/>
            <pc:sldMk cId="0" sldId="262"/>
            <ac:grpSpMk id="19" creationId="{00000000-0000-0000-0000-000000000000}"/>
          </ac:grpSpMkLst>
        </pc:grpChg>
        <pc:grpChg chg="mod">
          <ac:chgData name="Khushi Jain" userId="5aa6d49907f61831" providerId="LiveId" clId="{0BDE1FB9-1B70-47DD-A821-DFA0088EDEF9}" dt="2026-06-05T05:21:38.131" v="4247" actId="207"/>
          <ac:grpSpMkLst>
            <pc:docMk/>
            <pc:sldMk cId="0" sldId="262"/>
            <ac:grpSpMk id="22" creationId="{00000000-0000-0000-0000-000000000000}"/>
          </ac:grpSpMkLst>
        </pc:grpChg>
        <pc:grpChg chg="mod">
          <ac:chgData name="Khushi Jain" userId="5aa6d49907f61831" providerId="LiveId" clId="{0BDE1FB9-1B70-47DD-A821-DFA0088EDEF9}" dt="2026-06-05T05:21:47.630" v="4249" actId="207"/>
          <ac:grpSpMkLst>
            <pc:docMk/>
            <pc:sldMk cId="0" sldId="262"/>
            <ac:grpSpMk id="25" creationId="{00000000-0000-0000-0000-000000000000}"/>
          </ac:grpSpMkLst>
        </pc:grpChg>
      </pc:sldChg>
      <pc:sldChg chg="addSp delSp modSp add mod setBg">
        <pc:chgData name="Khushi Jain" userId="5aa6d49907f61831" providerId="LiveId" clId="{0BDE1FB9-1B70-47DD-A821-DFA0088EDEF9}" dt="2026-06-05T05:52:14.442" v="4472" actId="208"/>
        <pc:sldMkLst>
          <pc:docMk/>
          <pc:sldMk cId="1057138844" sldId="274"/>
        </pc:sldMkLst>
        <pc:graphicFrameChg chg="mod modGraphic">
          <ac:chgData name="Khushi Jain" userId="5aa6d49907f61831" providerId="LiveId" clId="{0BDE1FB9-1B70-47DD-A821-DFA0088EDEF9}" dt="2026-06-05T05:51:16.860" v="4468" actId="207"/>
          <ac:graphicFrameMkLst>
            <pc:docMk/>
            <pc:sldMk cId="1057138844" sldId="274"/>
            <ac:graphicFrameMk id="6" creationId="{20A3B3AB-C325-E359-8954-67BA4D548FA1}"/>
          </ac:graphicFrameMkLst>
        </pc:graphicFrameChg>
        <pc:picChg chg="add mod">
          <ac:chgData name="Khushi Jain" userId="5aa6d49907f61831" providerId="LiveId" clId="{0BDE1FB9-1B70-47DD-A821-DFA0088EDEF9}" dt="2026-06-05T05:50:23.550" v="4458"/>
          <ac:picMkLst>
            <pc:docMk/>
            <pc:sldMk cId="1057138844" sldId="274"/>
            <ac:picMk id="2" creationId="{8552D3E4-7FA1-B3A1-6885-3B5503F85D47}"/>
          </ac:picMkLst>
        </pc:picChg>
        <pc:picChg chg="mod">
          <ac:chgData name="Khushi Jain" userId="5aa6d49907f61831" providerId="LiveId" clId="{0BDE1FB9-1B70-47DD-A821-DFA0088EDEF9}" dt="2026-06-05T05:51:43.926" v="4469" actId="208"/>
          <ac:picMkLst>
            <pc:docMk/>
            <pc:sldMk cId="1057138844" sldId="274"/>
            <ac:picMk id="12" creationId="{A821B1D7-EBB3-5CAE-1211-E820F5F7FA5D}"/>
          </ac:picMkLst>
        </pc:picChg>
        <pc:picChg chg="mod">
          <ac:chgData name="Khushi Jain" userId="5aa6d49907f61831" providerId="LiveId" clId="{0BDE1FB9-1B70-47DD-A821-DFA0088EDEF9}" dt="2026-06-05T05:51:51.803" v="4471" actId="208"/>
          <ac:picMkLst>
            <pc:docMk/>
            <pc:sldMk cId="1057138844" sldId="274"/>
            <ac:picMk id="13" creationId="{71A84B8C-23DE-FE7A-A7D5-7C5C97439D37}"/>
          </ac:picMkLst>
        </pc:picChg>
        <pc:picChg chg="mod">
          <ac:chgData name="Khushi Jain" userId="5aa6d49907f61831" providerId="LiveId" clId="{0BDE1FB9-1B70-47DD-A821-DFA0088EDEF9}" dt="2026-06-05T05:52:14.442" v="4472" actId="208"/>
          <ac:picMkLst>
            <pc:docMk/>
            <pc:sldMk cId="1057138844" sldId="274"/>
            <ac:picMk id="14" creationId="{85636235-74B0-ACCD-4D14-6418F289F27F}"/>
          </ac:picMkLst>
        </pc:picChg>
      </pc:sldChg>
      <pc:sldChg chg="addSp delSp modSp mod setBg">
        <pc:chgData name="Khushi Jain" userId="5aa6d49907f61831" providerId="LiveId" clId="{0BDE1FB9-1B70-47DD-A821-DFA0088EDEF9}" dt="2026-06-05T05:07:42.196" v="4223"/>
        <pc:sldMkLst>
          <pc:docMk/>
          <pc:sldMk cId="4182614578" sldId="2767"/>
        </pc:sldMkLst>
        <pc:spChg chg="mod">
          <ac:chgData name="Khushi Jain" userId="5aa6d49907f61831" providerId="LiveId" clId="{0BDE1FB9-1B70-47DD-A821-DFA0088EDEF9}" dt="2026-06-05T05:04:02.782" v="4187" actId="207"/>
          <ac:spMkLst>
            <pc:docMk/>
            <pc:sldMk cId="4182614578" sldId="2767"/>
            <ac:spMk id="2" creationId="{900A38E9-D21E-DE68-38AC-F56AEA15B379}"/>
          </ac:spMkLst>
        </pc:spChg>
        <pc:picChg chg="add mod">
          <ac:chgData name="Khushi Jain" userId="5aa6d49907f61831" providerId="LiveId" clId="{0BDE1FB9-1B70-47DD-A821-DFA0088EDEF9}" dt="2026-06-05T05:07:42.196" v="4223"/>
          <ac:picMkLst>
            <pc:docMk/>
            <pc:sldMk cId="4182614578" sldId="2767"/>
            <ac:picMk id="10" creationId="{D70F2AB9-CFEF-EB41-3B9E-43541F64E9AF}"/>
          </ac:picMkLst>
        </pc:picChg>
      </pc:sldChg>
      <pc:sldChg chg="addSp delSp modSp mod setBg">
        <pc:chgData name="Khushi Jain" userId="5aa6d49907f61831" providerId="LiveId" clId="{0BDE1FB9-1B70-47DD-A821-DFA0088EDEF9}" dt="2026-06-19T06:00:26.967" v="4612" actId="478"/>
        <pc:sldMkLst>
          <pc:docMk/>
          <pc:sldMk cId="769332498" sldId="2768"/>
        </pc:sldMkLst>
        <pc:spChg chg="mod">
          <ac:chgData name="Khushi Jain" userId="5aa6d49907f61831" providerId="LiveId" clId="{0BDE1FB9-1B70-47DD-A821-DFA0088EDEF9}" dt="2026-06-05T05:06:54.875" v="4215" actId="207"/>
          <ac:spMkLst>
            <pc:docMk/>
            <pc:sldMk cId="769332498" sldId="2768"/>
            <ac:spMk id="19" creationId="{79A82FC5-291B-1529-56E4-B739D78B797E}"/>
          </ac:spMkLst>
        </pc:spChg>
        <pc:spChg chg="mod">
          <ac:chgData name="Khushi Jain" userId="5aa6d49907f61831" providerId="LiveId" clId="{0BDE1FB9-1B70-47DD-A821-DFA0088EDEF9}" dt="2026-06-05T05:06:53.538" v="4214" actId="207"/>
          <ac:spMkLst>
            <pc:docMk/>
            <pc:sldMk cId="769332498" sldId="2768"/>
            <ac:spMk id="25" creationId="{FC6E7DA9-CCBD-29F8-6BA1-D832267A4BAE}"/>
          </ac:spMkLst>
        </pc:spChg>
        <pc:spChg chg="mod">
          <ac:chgData name="Khushi Jain" userId="5aa6d49907f61831" providerId="LiveId" clId="{0BDE1FB9-1B70-47DD-A821-DFA0088EDEF9}" dt="2026-06-05T05:06:52.946" v="4213" actId="207"/>
          <ac:spMkLst>
            <pc:docMk/>
            <pc:sldMk cId="769332498" sldId="2768"/>
            <ac:spMk id="34" creationId="{78513D9B-71B8-40E4-ECCE-6D6D2C1CED56}"/>
          </ac:spMkLst>
        </pc:spChg>
        <pc:spChg chg="mod">
          <ac:chgData name="Khushi Jain" userId="5aa6d49907f61831" providerId="LiveId" clId="{0BDE1FB9-1B70-47DD-A821-DFA0088EDEF9}" dt="2026-06-05T05:05:39.641" v="4205" actId="207"/>
          <ac:spMkLst>
            <pc:docMk/>
            <pc:sldMk cId="769332498" sldId="2768"/>
            <ac:spMk id="99" creationId="{4B15B48F-323D-D53A-284E-ECFCF1B47763}"/>
          </ac:spMkLst>
        </pc:spChg>
        <pc:spChg chg="mod">
          <ac:chgData name="Khushi Jain" userId="5aa6d49907f61831" providerId="LiveId" clId="{0BDE1FB9-1B70-47DD-A821-DFA0088EDEF9}" dt="2026-06-05T05:05:44.207" v="4206" actId="207"/>
          <ac:spMkLst>
            <pc:docMk/>
            <pc:sldMk cId="769332498" sldId="2768"/>
            <ac:spMk id="100" creationId="{10991830-5611-7EA5-5C05-EB305E105A54}"/>
          </ac:spMkLst>
        </pc:spChg>
        <pc:spChg chg="mod">
          <ac:chgData name="Khushi Jain" userId="5aa6d49907f61831" providerId="LiveId" clId="{0BDE1FB9-1B70-47DD-A821-DFA0088EDEF9}" dt="2026-06-05T05:05:48.609" v="4207" actId="207"/>
          <ac:spMkLst>
            <pc:docMk/>
            <pc:sldMk cId="769332498" sldId="2768"/>
            <ac:spMk id="101" creationId="{5D75CF1C-89C8-3658-E1C1-3B208B1E7D72}"/>
          </ac:spMkLst>
        </pc:spChg>
        <pc:picChg chg="add mod">
          <ac:chgData name="Khushi Jain" userId="5aa6d49907f61831" providerId="LiveId" clId="{0BDE1FB9-1B70-47DD-A821-DFA0088EDEF9}" dt="2026-06-04T13:17:28.507" v="4133"/>
          <ac:picMkLst>
            <pc:docMk/>
            <pc:sldMk cId="769332498" sldId="2768"/>
            <ac:picMk id="2" creationId="{140421D1-CE6E-4559-40F9-3BBA8189EA33}"/>
          </ac:picMkLst>
        </pc:picChg>
        <pc:picChg chg="add mod">
          <ac:chgData name="Khushi Jain" userId="5aa6d49907f61831" providerId="LiveId" clId="{0BDE1FB9-1B70-47DD-A821-DFA0088EDEF9}" dt="2026-06-05T05:10:32.368" v="4227"/>
          <ac:picMkLst>
            <pc:docMk/>
            <pc:sldMk cId="769332498" sldId="2768"/>
            <ac:picMk id="8" creationId="{41126A36-751B-0B81-6EBE-F6A20E44CC31}"/>
          </ac:picMkLst>
        </pc:picChg>
      </pc:sldChg>
      <pc:sldChg chg="addSp delSp modSp mod setBg">
        <pc:chgData name="Khushi Jain" userId="5aa6d49907f61831" providerId="LiveId" clId="{0BDE1FB9-1B70-47DD-A821-DFA0088EDEF9}" dt="2026-06-30T06:04:41.848" v="4671" actId="478"/>
        <pc:sldMkLst>
          <pc:docMk/>
          <pc:sldMk cId="222657036" sldId="2769"/>
        </pc:sldMkLst>
        <pc:spChg chg="mod">
          <ac:chgData name="Khushi Jain" userId="5aa6d49907f61831" providerId="LiveId" clId="{0BDE1FB9-1B70-47DD-A821-DFA0088EDEF9}" dt="2026-06-05T05:04:26.961" v="4191" actId="207"/>
          <ac:spMkLst>
            <pc:docMk/>
            <pc:sldMk cId="222657036" sldId="2769"/>
            <ac:spMk id="3" creationId="{7E978A65-FD42-3390-A9BA-C3A4769E2049}"/>
          </ac:spMkLst>
        </pc:spChg>
        <pc:spChg chg="add mod">
          <ac:chgData name="Khushi Jain" userId="5aa6d49907f61831" providerId="LiveId" clId="{0BDE1FB9-1B70-47DD-A821-DFA0088EDEF9}" dt="2026-06-05T05:04:20.907" v="4190" actId="207"/>
          <ac:spMkLst>
            <pc:docMk/>
            <pc:sldMk cId="222657036" sldId="2769"/>
            <ac:spMk id="7" creationId="{178FDC8B-98E9-68B6-7E0F-5D47DDDDD202}"/>
          </ac:spMkLst>
        </pc:spChg>
        <pc:picChg chg="add mod">
          <ac:chgData name="Khushi Jain" userId="5aa6d49907f61831" providerId="LiveId" clId="{0BDE1FB9-1B70-47DD-A821-DFA0088EDEF9}" dt="2026-06-05T05:10:24.579" v="4225"/>
          <ac:picMkLst>
            <pc:docMk/>
            <pc:sldMk cId="222657036" sldId="2769"/>
            <ac:picMk id="5" creationId="{AEFB7A61-6AF0-92AE-96B2-1270E3654CAF}"/>
          </ac:picMkLst>
        </pc:picChg>
        <pc:picChg chg="mod">
          <ac:chgData name="Khushi Jain" userId="5aa6d49907f61831" providerId="LiveId" clId="{0BDE1FB9-1B70-47DD-A821-DFA0088EDEF9}" dt="2026-06-05T09:20:59.104" v="4503" actId="688"/>
          <ac:picMkLst>
            <pc:docMk/>
            <pc:sldMk cId="222657036" sldId="2769"/>
            <ac:picMk id="11" creationId="{6190E438-92D0-DF80-C5E9-075B759BB32B}"/>
          </ac:picMkLst>
        </pc:picChg>
      </pc:sldChg>
      <pc:sldChg chg="addSp delSp modSp mod setBg">
        <pc:chgData name="Khushi Jain" userId="5aa6d49907f61831" providerId="LiveId" clId="{0BDE1FB9-1B70-47DD-A821-DFA0088EDEF9}" dt="2026-06-19T05:59:55.148" v="4611" actId="20577"/>
        <pc:sldMkLst>
          <pc:docMk/>
          <pc:sldMk cId="2414311072" sldId="2770"/>
        </pc:sldMkLst>
        <pc:spChg chg="mod">
          <ac:chgData name="Khushi Jain" userId="5aa6d49907f61831" providerId="LiveId" clId="{0BDE1FB9-1B70-47DD-A821-DFA0088EDEF9}" dt="2026-06-05T05:04:34.596" v="4192" actId="207"/>
          <ac:spMkLst>
            <pc:docMk/>
            <pc:sldMk cId="2414311072" sldId="2770"/>
            <ac:spMk id="6" creationId="{ABDC253D-CE94-97E9-3F50-433D1F93E8D6}"/>
          </ac:spMkLst>
        </pc:spChg>
        <pc:spChg chg="mod">
          <ac:chgData name="Khushi Jain" userId="5aa6d49907f61831" providerId="LiveId" clId="{0BDE1FB9-1B70-47DD-A821-DFA0088EDEF9}" dt="2026-06-05T05:04:47.287" v="4195" actId="207"/>
          <ac:spMkLst>
            <pc:docMk/>
            <pc:sldMk cId="2414311072" sldId="2770"/>
            <ac:spMk id="9" creationId="{0F88B4B3-D49F-25DC-34CD-DD997CE25269}"/>
          </ac:spMkLst>
        </pc:spChg>
        <pc:spChg chg="mod">
          <ac:chgData name="Khushi Jain" userId="5aa6d49907f61831" providerId="LiveId" clId="{0BDE1FB9-1B70-47DD-A821-DFA0088EDEF9}" dt="2026-06-05T05:04:49.571" v="4196" actId="207"/>
          <ac:spMkLst>
            <pc:docMk/>
            <pc:sldMk cId="2414311072" sldId="2770"/>
            <ac:spMk id="10" creationId="{F6D9993D-97FD-ED70-74C1-EA6E9A6D4784}"/>
          </ac:spMkLst>
        </pc:spChg>
        <pc:spChg chg="add mod">
          <ac:chgData name="Khushi Jain" userId="5aa6d49907f61831" providerId="LiveId" clId="{0BDE1FB9-1B70-47DD-A821-DFA0088EDEF9}" dt="2026-06-19T05:57:30.139" v="4558" actId="113"/>
          <ac:spMkLst>
            <pc:docMk/>
            <pc:sldMk cId="2414311072" sldId="2770"/>
            <ac:spMk id="11" creationId="{9A7BFC91-4133-DDDE-127A-B06A4E26962F}"/>
          </ac:spMkLst>
        </pc:spChg>
        <pc:spChg chg="mod">
          <ac:chgData name="Khushi Jain" userId="5aa6d49907f61831" providerId="LiveId" clId="{0BDE1FB9-1B70-47DD-A821-DFA0088EDEF9}" dt="2026-06-05T05:04:41.594" v="4193" actId="207"/>
          <ac:spMkLst>
            <pc:docMk/>
            <pc:sldMk cId="2414311072" sldId="2770"/>
            <ac:spMk id="13" creationId="{D2A39C75-4DE5-F66F-0C4F-4DC339E485AC}"/>
          </ac:spMkLst>
        </pc:spChg>
        <pc:spChg chg="add mod">
          <ac:chgData name="Khushi Jain" userId="5aa6d49907f61831" providerId="LiveId" clId="{0BDE1FB9-1B70-47DD-A821-DFA0088EDEF9}" dt="2026-06-05T05:16:07.209" v="4231" actId="207"/>
          <ac:spMkLst>
            <pc:docMk/>
            <pc:sldMk cId="2414311072" sldId="2770"/>
            <ac:spMk id="14" creationId="{FF77ED07-9560-A938-4D8D-02E96ACE7978}"/>
          </ac:spMkLst>
        </pc:spChg>
        <pc:spChg chg="mod">
          <ac:chgData name="Khushi Jain" userId="5aa6d49907f61831" providerId="LiveId" clId="{0BDE1FB9-1B70-47DD-A821-DFA0088EDEF9}" dt="2026-06-05T05:04:44.376" v="4194" actId="207"/>
          <ac:spMkLst>
            <pc:docMk/>
            <pc:sldMk cId="2414311072" sldId="2770"/>
            <ac:spMk id="18" creationId="{8F6E9F56-3668-1EDF-432C-B933539D3DF4}"/>
          </ac:spMkLst>
        </pc:spChg>
        <pc:spChg chg="add mod">
          <ac:chgData name="Khushi Jain" userId="5aa6d49907f61831" providerId="LiveId" clId="{0BDE1FB9-1B70-47DD-A821-DFA0088EDEF9}" dt="2026-06-19T05:58:34.808" v="4595" actId="1076"/>
          <ac:spMkLst>
            <pc:docMk/>
            <pc:sldMk cId="2414311072" sldId="2770"/>
            <ac:spMk id="21" creationId="{0D726BE2-CC6D-B23E-0091-73177B1E1790}"/>
          </ac:spMkLst>
        </pc:spChg>
        <pc:spChg chg="add mod">
          <ac:chgData name="Khushi Jain" userId="5aa6d49907f61831" providerId="LiveId" clId="{0BDE1FB9-1B70-47DD-A821-DFA0088EDEF9}" dt="2026-06-19T05:59:55.148" v="4611" actId="20577"/>
          <ac:spMkLst>
            <pc:docMk/>
            <pc:sldMk cId="2414311072" sldId="2770"/>
            <ac:spMk id="24" creationId="{D11012A2-4FEE-397E-748A-05FCAF97BEBC}"/>
          </ac:spMkLst>
        </pc:spChg>
        <pc:spChg chg="mod">
          <ac:chgData name="Khushi Jain" userId="5aa6d49907f61831" providerId="LiveId" clId="{0BDE1FB9-1B70-47DD-A821-DFA0088EDEF9}" dt="2026-06-05T05:04:52.555" v="4197" actId="207"/>
          <ac:spMkLst>
            <pc:docMk/>
            <pc:sldMk cId="2414311072" sldId="2770"/>
            <ac:spMk id="28" creationId="{E1A310B3-9CE4-8C0A-0280-1B8C353EB9EE}"/>
          </ac:spMkLst>
        </pc:spChg>
        <pc:spChg chg="mod">
          <ac:chgData name="Khushi Jain" userId="5aa6d49907f61831" providerId="LiveId" clId="{0BDE1FB9-1B70-47DD-A821-DFA0088EDEF9}" dt="2026-06-05T05:04:56.961" v="4198" actId="207"/>
          <ac:spMkLst>
            <pc:docMk/>
            <pc:sldMk cId="2414311072" sldId="2770"/>
            <ac:spMk id="63" creationId="{8270BCA1-FE2B-CFF4-6258-0B62992B4F2F}"/>
          </ac:spMkLst>
        </pc:spChg>
        <pc:spChg chg="mod">
          <ac:chgData name="Khushi Jain" userId="5aa6d49907f61831" providerId="LiveId" clId="{0BDE1FB9-1B70-47DD-A821-DFA0088EDEF9}" dt="2026-06-05T05:04:59.618" v="4199" actId="207"/>
          <ac:spMkLst>
            <pc:docMk/>
            <pc:sldMk cId="2414311072" sldId="2770"/>
            <ac:spMk id="64" creationId="{79096A8A-972F-6598-8847-DE4CA234E80F}"/>
          </ac:spMkLst>
        </pc:spChg>
        <pc:spChg chg="mod">
          <ac:chgData name="Khushi Jain" userId="5aa6d49907f61831" providerId="LiveId" clId="{0BDE1FB9-1B70-47DD-A821-DFA0088EDEF9}" dt="2026-06-05T05:05:33.570" v="4204" actId="207"/>
          <ac:spMkLst>
            <pc:docMk/>
            <pc:sldMk cId="2414311072" sldId="2770"/>
            <ac:spMk id="99" creationId="{B9B4E464-75D6-3F63-9181-F073E58DE6A7}"/>
          </ac:spMkLst>
        </pc:spChg>
        <pc:spChg chg="mod">
          <ac:chgData name="Khushi Jain" userId="5aa6d49907f61831" providerId="LiveId" clId="{0BDE1FB9-1B70-47DD-A821-DFA0088EDEF9}" dt="2026-06-05T05:05:22.789" v="4203" actId="207"/>
          <ac:spMkLst>
            <pc:docMk/>
            <pc:sldMk cId="2414311072" sldId="2770"/>
            <ac:spMk id="100" creationId="{5458B295-BD68-F04A-4D0B-A13C3475CFB6}"/>
          </ac:spMkLst>
        </pc:spChg>
        <pc:spChg chg="mod">
          <ac:chgData name="Khushi Jain" userId="5aa6d49907f61831" providerId="LiveId" clId="{0BDE1FB9-1B70-47DD-A821-DFA0088EDEF9}" dt="2026-06-05T05:05:18.153" v="4202" actId="207"/>
          <ac:spMkLst>
            <pc:docMk/>
            <pc:sldMk cId="2414311072" sldId="2770"/>
            <ac:spMk id="101" creationId="{51039D2B-95F2-CA80-1B26-A60729CA58C6}"/>
          </ac:spMkLst>
        </pc:spChg>
        <pc:spChg chg="mod">
          <ac:chgData name="Khushi Jain" userId="5aa6d49907f61831" providerId="LiveId" clId="{0BDE1FB9-1B70-47DD-A821-DFA0088EDEF9}" dt="2026-06-05T05:05:14.054" v="4201" actId="207"/>
          <ac:spMkLst>
            <pc:docMk/>
            <pc:sldMk cId="2414311072" sldId="2770"/>
            <ac:spMk id="102" creationId="{A8672300-2D1D-1242-75C0-07607177D91B}"/>
          </ac:spMkLst>
        </pc:spChg>
        <pc:spChg chg="mod">
          <ac:chgData name="Khushi Jain" userId="5aa6d49907f61831" providerId="LiveId" clId="{0BDE1FB9-1B70-47DD-A821-DFA0088EDEF9}" dt="2026-06-05T05:05:10.143" v="4200" actId="207"/>
          <ac:spMkLst>
            <pc:docMk/>
            <pc:sldMk cId="2414311072" sldId="2770"/>
            <ac:spMk id="103" creationId="{30E6E631-A845-A30C-C02C-8A79D8829480}"/>
          </ac:spMkLst>
        </pc:spChg>
        <pc:picChg chg="add mod">
          <ac:chgData name="Khushi Jain" userId="5aa6d49907f61831" providerId="LiveId" clId="{0BDE1FB9-1B70-47DD-A821-DFA0088EDEF9}" dt="2026-06-04T13:17:08.792" v="4131"/>
          <ac:picMkLst>
            <pc:docMk/>
            <pc:sldMk cId="2414311072" sldId="2770"/>
            <ac:picMk id="5" creationId="{83EEE21B-24F2-5014-AFDC-CA4D8D7D230C}"/>
          </ac:picMkLst>
        </pc:picChg>
        <pc:picChg chg="add mod">
          <ac:chgData name="Khushi Jain" userId="5aa6d49907f61831" providerId="LiveId" clId="{0BDE1FB9-1B70-47DD-A821-DFA0088EDEF9}" dt="2026-06-04T13:13:51.291" v="4105" actId="207"/>
          <ac:picMkLst>
            <pc:docMk/>
            <pc:sldMk cId="2414311072" sldId="2770"/>
            <ac:picMk id="7" creationId="{2BF24CAE-17BC-8103-E1A6-ABEA30EA4C8E}"/>
          </ac:picMkLst>
        </pc:picChg>
        <pc:picChg chg="add mod">
          <ac:chgData name="Khushi Jain" userId="5aa6d49907f61831" providerId="LiveId" clId="{0BDE1FB9-1B70-47DD-A821-DFA0088EDEF9}" dt="2026-06-04T13:13:59.861" v="4106" actId="207"/>
          <ac:picMkLst>
            <pc:docMk/>
            <pc:sldMk cId="2414311072" sldId="2770"/>
            <ac:picMk id="8" creationId="{C51A72EA-562A-73BA-FECE-687A715774CF}"/>
          </ac:picMkLst>
        </pc:picChg>
        <pc:picChg chg="add mod">
          <ac:chgData name="Khushi Jain" userId="5aa6d49907f61831" providerId="LiveId" clId="{0BDE1FB9-1B70-47DD-A821-DFA0088EDEF9}" dt="2026-06-05T05:10:27.637" v="4226"/>
          <ac:picMkLst>
            <pc:docMk/>
            <pc:sldMk cId="2414311072" sldId="2770"/>
            <ac:picMk id="12" creationId="{9FD7B395-4D43-1FFF-CD0E-C15D753576B1}"/>
          </ac:picMkLst>
        </pc:picChg>
        <pc:picChg chg="add mod">
          <ac:chgData name="Khushi Jain" userId="5aa6d49907f61831" providerId="LiveId" clId="{0BDE1FB9-1B70-47DD-A821-DFA0088EDEF9}" dt="2026-06-04T13:14:25.687" v="4108"/>
          <ac:picMkLst>
            <pc:docMk/>
            <pc:sldMk cId="2414311072" sldId="2770"/>
            <ac:picMk id="20" creationId="{07AF9BAF-5C3B-AEB7-CF51-0C34EC9B1F26}"/>
          </ac:picMkLst>
        </pc:picChg>
        <pc:picChg chg="add mod">
          <ac:chgData name="Khushi Jain" userId="5aa6d49907f61831" providerId="LiveId" clId="{0BDE1FB9-1B70-47DD-A821-DFA0088EDEF9}" dt="2026-06-04T13:14:19.186" v="4107"/>
          <ac:picMkLst>
            <pc:docMk/>
            <pc:sldMk cId="2414311072" sldId="2770"/>
            <ac:picMk id="22" creationId="{E2CE7C53-66AF-D96B-23EB-EF2D03CFD062}"/>
          </ac:picMkLst>
        </pc:picChg>
      </pc:sldChg>
      <pc:sldChg chg="addSp delSp modSp add del mod setBg modShow">
        <pc:chgData name="Khushi Jain" userId="5aa6d49907f61831" providerId="LiveId" clId="{0BDE1FB9-1B70-47DD-A821-DFA0088EDEF9}" dt="2026-07-04T17:57:05.587" v="4672" actId="2696"/>
        <pc:sldMkLst>
          <pc:docMk/>
          <pc:sldMk cId="485303914" sldId="2782"/>
        </pc:sldMkLst>
      </pc:sldChg>
      <pc:sldChg chg="addSp delSp modSp add mod setBg">
        <pc:chgData name="Khushi Jain" userId="5aa6d49907f61831" providerId="LiveId" clId="{0BDE1FB9-1B70-47DD-A821-DFA0088EDEF9}" dt="2026-06-05T05:53:38.655" v="4485" actId="208"/>
        <pc:sldMkLst>
          <pc:docMk/>
          <pc:sldMk cId="2253806147" sldId="2783"/>
        </pc:sldMkLst>
        <pc:graphicFrameChg chg="mod modGraphic">
          <ac:chgData name="Khushi Jain" userId="5aa6d49907f61831" providerId="LiveId" clId="{0BDE1FB9-1B70-47DD-A821-DFA0088EDEF9}" dt="2026-06-05T05:53:12.840" v="4482" actId="20577"/>
          <ac:graphicFrameMkLst>
            <pc:docMk/>
            <pc:sldMk cId="2253806147" sldId="2783"/>
            <ac:graphicFrameMk id="6" creationId="{32728A7F-2D6D-AE01-CCBC-D1500BBD00E2}"/>
          </ac:graphicFrameMkLst>
        </pc:graphicFrameChg>
        <pc:picChg chg="add mod">
          <ac:chgData name="Khushi Jain" userId="5aa6d49907f61831" providerId="LiveId" clId="{0BDE1FB9-1B70-47DD-A821-DFA0088EDEF9}" dt="2026-06-05T05:50:29.302" v="4460"/>
          <ac:picMkLst>
            <pc:docMk/>
            <pc:sldMk cId="2253806147" sldId="2783"/>
            <ac:picMk id="2" creationId="{5F2423AA-4803-7540-51BF-BE84AB70DF34}"/>
          </ac:picMkLst>
        </pc:picChg>
        <pc:picChg chg="mod">
          <ac:chgData name="Khushi Jain" userId="5aa6d49907f61831" providerId="LiveId" clId="{0BDE1FB9-1B70-47DD-A821-DFA0088EDEF9}" dt="2026-06-05T05:53:23.489" v="4483" actId="208"/>
          <ac:picMkLst>
            <pc:docMk/>
            <pc:sldMk cId="2253806147" sldId="2783"/>
            <ac:picMk id="12" creationId="{4B54B713-E469-316B-1BA4-9A35898E828B}"/>
          </ac:picMkLst>
        </pc:picChg>
        <pc:picChg chg="mod">
          <ac:chgData name="Khushi Jain" userId="5aa6d49907f61831" providerId="LiveId" clId="{0BDE1FB9-1B70-47DD-A821-DFA0088EDEF9}" dt="2026-06-05T05:53:32.377" v="4484" actId="208"/>
          <ac:picMkLst>
            <pc:docMk/>
            <pc:sldMk cId="2253806147" sldId="2783"/>
            <ac:picMk id="13" creationId="{6C9B6097-76E0-3353-4A69-BEEADFC44CEE}"/>
          </ac:picMkLst>
        </pc:picChg>
        <pc:picChg chg="mod">
          <ac:chgData name="Khushi Jain" userId="5aa6d49907f61831" providerId="LiveId" clId="{0BDE1FB9-1B70-47DD-A821-DFA0088EDEF9}" dt="2026-06-05T05:53:38.655" v="4485" actId="208"/>
          <ac:picMkLst>
            <pc:docMk/>
            <pc:sldMk cId="2253806147" sldId="2783"/>
            <ac:picMk id="14" creationId="{C4EA2ABA-F1D3-89BC-5B2B-BF4B4B3D37D1}"/>
          </ac:picMkLst>
        </pc:picChg>
      </pc:sldChg>
      <pc:sldChg chg="addSp delSp modSp add mod setBg">
        <pc:chgData name="Khushi Jain" userId="5aa6d49907f61831" providerId="LiveId" clId="{0BDE1FB9-1B70-47DD-A821-DFA0088EDEF9}" dt="2026-06-05T05:54:52.539" v="4494" actId="208"/>
        <pc:sldMkLst>
          <pc:docMk/>
          <pc:sldMk cId="109240217" sldId="2788"/>
        </pc:sldMkLst>
        <pc:graphicFrameChg chg="mod modGraphic">
          <ac:chgData name="Khushi Jain" userId="5aa6d49907f61831" providerId="LiveId" clId="{0BDE1FB9-1B70-47DD-A821-DFA0088EDEF9}" dt="2026-06-05T05:54:15.436" v="4491" actId="207"/>
          <ac:graphicFrameMkLst>
            <pc:docMk/>
            <pc:sldMk cId="109240217" sldId="2788"/>
            <ac:graphicFrameMk id="6" creationId="{A4096646-50D9-25CF-DC5F-77288905F2BC}"/>
          </ac:graphicFrameMkLst>
        </pc:graphicFrameChg>
        <pc:picChg chg="add mod">
          <ac:chgData name="Khushi Jain" userId="5aa6d49907f61831" providerId="LiveId" clId="{0BDE1FB9-1B70-47DD-A821-DFA0088EDEF9}" dt="2026-06-05T05:50:36.559" v="4462"/>
          <ac:picMkLst>
            <pc:docMk/>
            <pc:sldMk cId="109240217" sldId="2788"/>
            <ac:picMk id="2" creationId="{F3AE63E9-E8CA-B515-9B79-F52DD57C6B32}"/>
          </ac:picMkLst>
        </pc:picChg>
        <pc:picChg chg="mod">
          <ac:chgData name="Khushi Jain" userId="5aa6d49907f61831" providerId="LiveId" clId="{0BDE1FB9-1B70-47DD-A821-DFA0088EDEF9}" dt="2026-06-05T05:54:36.628" v="4492" actId="208"/>
          <ac:picMkLst>
            <pc:docMk/>
            <pc:sldMk cId="109240217" sldId="2788"/>
            <ac:picMk id="12" creationId="{B39F689A-0CAB-D2E9-7B2C-1E3B6BA8BE44}"/>
          </ac:picMkLst>
        </pc:picChg>
        <pc:picChg chg="mod">
          <ac:chgData name="Khushi Jain" userId="5aa6d49907f61831" providerId="LiveId" clId="{0BDE1FB9-1B70-47DD-A821-DFA0088EDEF9}" dt="2026-06-05T05:54:42.358" v="4493" actId="208"/>
          <ac:picMkLst>
            <pc:docMk/>
            <pc:sldMk cId="109240217" sldId="2788"/>
            <ac:picMk id="13" creationId="{752C7A0C-987F-94D5-CF0A-4DF89668AFFB}"/>
          </ac:picMkLst>
        </pc:picChg>
        <pc:picChg chg="mod">
          <ac:chgData name="Khushi Jain" userId="5aa6d49907f61831" providerId="LiveId" clId="{0BDE1FB9-1B70-47DD-A821-DFA0088EDEF9}" dt="2026-06-05T05:54:52.539" v="4494" actId="208"/>
          <ac:picMkLst>
            <pc:docMk/>
            <pc:sldMk cId="109240217" sldId="2788"/>
            <ac:picMk id="14" creationId="{99262818-5E8C-D955-BEF4-FD8A1C48B984}"/>
          </ac:picMkLst>
        </pc:picChg>
      </pc:sldChg>
      <pc:sldChg chg="addSp delSp modSp add mod setBg">
        <pc:chgData name="Khushi Jain" userId="5aa6d49907f61831" providerId="LiveId" clId="{0BDE1FB9-1B70-47DD-A821-DFA0088EDEF9}" dt="2026-06-05T10:58:00.828" v="4513"/>
        <pc:sldMkLst>
          <pc:docMk/>
          <pc:sldMk cId="1967301198" sldId="2789"/>
        </pc:sldMkLst>
        <pc:spChg chg="add mod">
          <ac:chgData name="Khushi Jain" userId="5aa6d49907f61831" providerId="LiveId" clId="{0BDE1FB9-1B70-47DD-A821-DFA0088EDEF9}" dt="2026-06-05T05:56:48.270" v="4496" actId="207"/>
          <ac:spMkLst>
            <pc:docMk/>
            <pc:sldMk cId="1967301198" sldId="2789"/>
            <ac:spMk id="6" creationId="{3898C755-4B88-FCDF-DED7-F96D3A5605EE}"/>
          </ac:spMkLst>
        </pc:spChg>
        <pc:graphicFrameChg chg="mod modGraphic">
          <ac:chgData name="Khushi Jain" userId="5aa6d49907f61831" providerId="LiveId" clId="{0BDE1FB9-1B70-47DD-A821-DFA0088EDEF9}" dt="2026-06-05T10:58:00.828" v="4513"/>
          <ac:graphicFrameMkLst>
            <pc:docMk/>
            <pc:sldMk cId="1967301198" sldId="2789"/>
            <ac:graphicFrameMk id="4" creationId="{368B6117-3117-7AFE-3C64-949EBD9EFEAC}"/>
          </ac:graphicFrameMkLst>
        </pc:graphicFrameChg>
        <pc:picChg chg="add mod">
          <ac:chgData name="Khushi Jain" userId="5aa6d49907f61831" providerId="LiveId" clId="{0BDE1FB9-1B70-47DD-A821-DFA0088EDEF9}" dt="2026-06-05T05:10:38.284" v="4229" actId="1036"/>
          <ac:picMkLst>
            <pc:docMk/>
            <pc:sldMk cId="1967301198" sldId="2789"/>
            <ac:picMk id="5" creationId="{A79D3B7B-105E-27B2-6F88-C33E7CFA2B5E}"/>
          </ac:picMkLst>
        </pc:picChg>
      </pc:sldChg>
      <pc:sldChg chg="addSp delSp modSp add del mod setBg modShow">
        <pc:chgData name="Khushi Jain" userId="5aa6d49907f61831" providerId="LiveId" clId="{0BDE1FB9-1B70-47DD-A821-DFA0088EDEF9}" dt="2026-07-04T17:57:20.725" v="4676" actId="2696"/>
        <pc:sldMkLst>
          <pc:docMk/>
          <pc:sldMk cId="531053828" sldId="2790"/>
        </pc:sldMkLst>
      </pc:sldChg>
      <pc:sldChg chg="addSp delSp modSp add del mod ord setBg modShow">
        <pc:chgData name="Khushi Jain" userId="5aa6d49907f61831" providerId="LiveId" clId="{0BDE1FB9-1B70-47DD-A821-DFA0088EDEF9}" dt="2026-07-04T17:57:10.340" v="4673" actId="2696"/>
        <pc:sldMkLst>
          <pc:docMk/>
          <pc:sldMk cId="4238579438" sldId="2791"/>
        </pc:sldMkLst>
        <pc:spChg chg="mod">
          <ac:chgData name="Khushi Jain" userId="5aa6d49907f61831" providerId="LiveId" clId="{0BDE1FB9-1B70-47DD-A821-DFA0088EDEF9}" dt="2026-06-04T05:43:17.844" v="4055"/>
          <ac:spMkLst>
            <pc:docMk/>
            <pc:sldMk cId="4238579438" sldId="2791"/>
            <ac:spMk id="7" creationId="{A5573395-41C0-A349-5E12-1F2C3828C915}"/>
          </ac:spMkLst>
        </pc:spChg>
        <pc:spChg chg="mod">
          <ac:chgData name="Khushi Jain" userId="5aa6d49907f61831" providerId="LiveId" clId="{0BDE1FB9-1B70-47DD-A821-DFA0088EDEF9}" dt="2026-06-04T05:54:45.852" v="4064" actId="207"/>
          <ac:spMkLst>
            <pc:docMk/>
            <pc:sldMk cId="4238579438" sldId="2791"/>
            <ac:spMk id="8" creationId="{B370A85F-E3E9-4E7D-4D5F-A437EE83C7DD}"/>
          </ac:spMkLst>
        </pc:spChg>
        <pc:spChg chg="add mod">
          <ac:chgData name="Khushi Jain" userId="5aa6d49907f61831" providerId="LiveId" clId="{0BDE1FB9-1B70-47DD-A821-DFA0088EDEF9}" dt="2026-06-04T05:43:41.270" v="4059" actId="14100"/>
          <ac:spMkLst>
            <pc:docMk/>
            <pc:sldMk cId="4238579438" sldId="2791"/>
            <ac:spMk id="9" creationId="{69BD4B1F-1957-70C1-AA37-BE71ED198D44}"/>
          </ac:spMkLst>
        </pc:spChg>
        <pc:spChg chg="add mod">
          <ac:chgData name="Khushi Jain" userId="5aa6d49907f61831" providerId="LiveId" clId="{0BDE1FB9-1B70-47DD-A821-DFA0088EDEF9}" dt="2026-06-04T06:06:12.240" v="4069" actId="20577"/>
          <ac:spMkLst>
            <pc:docMk/>
            <pc:sldMk cId="4238579438" sldId="2791"/>
            <ac:spMk id="10" creationId="{7BD86139-2927-C26C-9836-109637840D64}"/>
          </ac:spMkLst>
        </pc:spChg>
        <pc:spChg chg="add mod">
          <ac:chgData name="Khushi Jain" userId="5aa6d49907f61831" providerId="LiveId" clId="{0BDE1FB9-1B70-47DD-A821-DFA0088EDEF9}" dt="2026-06-04T06:09:31.748" v="4081" actId="1076"/>
          <ac:spMkLst>
            <pc:docMk/>
            <pc:sldMk cId="4238579438" sldId="2791"/>
            <ac:spMk id="11" creationId="{834B9613-9BD6-F3CD-D3F8-BE50B3143580}"/>
          </ac:spMkLst>
        </pc:spChg>
        <pc:grpChg chg="add mod">
          <ac:chgData name="Khushi Jain" userId="5aa6d49907f61831" providerId="LiveId" clId="{0BDE1FB9-1B70-47DD-A821-DFA0088EDEF9}" dt="2026-06-04T05:44:15.722" v="4063" actId="1076"/>
          <ac:grpSpMkLst>
            <pc:docMk/>
            <pc:sldMk cId="4238579438" sldId="2791"/>
            <ac:grpSpMk id="6" creationId="{8291443A-0529-0C5B-F1D4-040BA74078E5}"/>
          </ac:grpSpMkLst>
        </pc:grpChg>
      </pc:sldChg>
      <pc:sldChg chg="addSp delSp modSp add mod setBg">
        <pc:chgData name="Khushi Jain" userId="5aa6d49907f61831" providerId="LiveId" clId="{0BDE1FB9-1B70-47DD-A821-DFA0088EDEF9}" dt="2026-06-05T08:01:24.749" v="4502"/>
        <pc:sldMkLst>
          <pc:docMk/>
          <pc:sldMk cId="547484550" sldId="2792"/>
        </pc:sldMkLst>
        <pc:spChg chg="mod">
          <ac:chgData name="Khushi Jain" userId="5aa6d49907f61831" providerId="LiveId" clId="{0BDE1FB9-1B70-47DD-A821-DFA0088EDEF9}" dt="2026-06-05T05:39:37.538" v="4340"/>
          <ac:spMkLst>
            <pc:docMk/>
            <pc:sldMk cId="547484550" sldId="2792"/>
            <ac:spMk id="10" creationId="{D5BBF5A6-BEF5-5D61-34EF-F6B27323B182}"/>
          </ac:spMkLst>
        </pc:spChg>
        <pc:spChg chg="mod">
          <ac:chgData name="Khushi Jain" userId="5aa6d49907f61831" providerId="LiveId" clId="{0BDE1FB9-1B70-47DD-A821-DFA0088EDEF9}" dt="2026-06-05T05:39:37.538" v="4340"/>
          <ac:spMkLst>
            <pc:docMk/>
            <pc:sldMk cId="547484550" sldId="2792"/>
            <ac:spMk id="11" creationId="{3E6B40B5-89FD-6251-EB14-25440D3A1E52}"/>
          </ac:spMkLst>
        </pc:spChg>
        <pc:spChg chg="add mod">
          <ac:chgData name="Khushi Jain" userId="5aa6d49907f61831" providerId="LiveId" clId="{0BDE1FB9-1B70-47DD-A821-DFA0088EDEF9}" dt="2026-06-05T05:40:22.003" v="4345" actId="1076"/>
          <ac:spMkLst>
            <pc:docMk/>
            <pc:sldMk cId="547484550" sldId="2792"/>
            <ac:spMk id="12" creationId="{DCF3C31A-85F2-3B32-CFE1-1F92159C297C}"/>
          </ac:spMkLst>
        </pc:spChg>
        <pc:spChg chg="mod">
          <ac:chgData name="Khushi Jain" userId="5aa6d49907f61831" providerId="LiveId" clId="{0BDE1FB9-1B70-47DD-A821-DFA0088EDEF9}" dt="2026-06-05T05:40:30.385" v="4346"/>
          <ac:spMkLst>
            <pc:docMk/>
            <pc:sldMk cId="547484550" sldId="2792"/>
            <ac:spMk id="17" creationId="{563815E5-5675-668F-EEE8-67A349EDDE4B}"/>
          </ac:spMkLst>
        </pc:spChg>
        <pc:spChg chg="mod">
          <ac:chgData name="Khushi Jain" userId="5aa6d49907f61831" providerId="LiveId" clId="{0BDE1FB9-1B70-47DD-A821-DFA0088EDEF9}" dt="2026-06-05T05:40:30.385" v="4346"/>
          <ac:spMkLst>
            <pc:docMk/>
            <pc:sldMk cId="547484550" sldId="2792"/>
            <ac:spMk id="18" creationId="{5AC1E78A-3334-7213-62B3-51B1562140CC}"/>
          </ac:spMkLst>
        </pc:spChg>
        <pc:spChg chg="add mod">
          <ac:chgData name="Khushi Jain" userId="5aa6d49907f61831" providerId="LiveId" clId="{0BDE1FB9-1B70-47DD-A821-DFA0088EDEF9}" dt="2026-06-05T05:40:46.456" v="4351" actId="20577"/>
          <ac:spMkLst>
            <pc:docMk/>
            <pc:sldMk cId="547484550" sldId="2792"/>
            <ac:spMk id="28" creationId="{95269F6B-730F-3875-0411-72AF4579A0F8}"/>
          </ac:spMkLst>
        </pc:spChg>
        <pc:spChg chg="add mod">
          <ac:chgData name="Khushi Jain" userId="5aa6d49907f61831" providerId="LiveId" clId="{0BDE1FB9-1B70-47DD-A821-DFA0088EDEF9}" dt="2026-06-05T05:41:14.870" v="4356" actId="1076"/>
          <ac:spMkLst>
            <pc:docMk/>
            <pc:sldMk cId="547484550" sldId="2792"/>
            <ac:spMk id="29" creationId="{77580F58-1DD0-F3DE-F2CD-3D07AC672570}"/>
          </ac:spMkLst>
        </pc:spChg>
        <pc:spChg chg="add mod">
          <ac:chgData name="Khushi Jain" userId="5aa6d49907f61831" providerId="LiveId" clId="{0BDE1FB9-1B70-47DD-A821-DFA0088EDEF9}" dt="2026-06-05T05:41:26.647" v="4360" actId="20577"/>
          <ac:spMkLst>
            <pc:docMk/>
            <pc:sldMk cId="547484550" sldId="2792"/>
            <ac:spMk id="30" creationId="{EC6F90C2-815D-D3FC-14DD-A669375EF556}"/>
          </ac:spMkLst>
        </pc:spChg>
        <pc:spChg chg="add mod">
          <ac:chgData name="Khushi Jain" userId="5aa6d49907f61831" providerId="LiveId" clId="{0BDE1FB9-1B70-47DD-A821-DFA0088EDEF9}" dt="2026-06-05T05:41:51.549" v="4364" actId="14100"/>
          <ac:spMkLst>
            <pc:docMk/>
            <pc:sldMk cId="547484550" sldId="2792"/>
            <ac:spMk id="31" creationId="{9EB89695-0A18-46AD-9007-83AFD38E1FA5}"/>
          </ac:spMkLst>
        </pc:spChg>
        <pc:spChg chg="add mod">
          <ac:chgData name="Khushi Jain" userId="5aa6d49907f61831" providerId="LiveId" clId="{0BDE1FB9-1B70-47DD-A821-DFA0088EDEF9}" dt="2026-06-05T05:42:27.944" v="4372" actId="20577"/>
          <ac:spMkLst>
            <pc:docMk/>
            <pc:sldMk cId="547484550" sldId="2792"/>
            <ac:spMk id="34" creationId="{3983DA17-21C8-E3E1-9ECD-658B04FCE207}"/>
          </ac:spMkLst>
        </pc:spChg>
        <pc:spChg chg="mod">
          <ac:chgData name="Khushi Jain" userId="5aa6d49907f61831" providerId="LiveId" clId="{0BDE1FB9-1B70-47DD-A821-DFA0088EDEF9}" dt="2026-06-05T05:31:25.023" v="4323" actId="1076"/>
          <ac:spMkLst>
            <pc:docMk/>
            <pc:sldMk cId="547484550" sldId="2792"/>
            <ac:spMk id="38" creationId="{E8E8046B-2EC1-4517-1BA0-C3ADD6DDB4E2}"/>
          </ac:spMkLst>
        </pc:spChg>
        <pc:spChg chg="mod">
          <ac:chgData name="Khushi Jain" userId="5aa6d49907f61831" providerId="LiveId" clId="{0BDE1FB9-1B70-47DD-A821-DFA0088EDEF9}" dt="2026-06-05T05:30:28.434" v="4313" actId="1076"/>
          <ac:spMkLst>
            <pc:docMk/>
            <pc:sldMk cId="547484550" sldId="2792"/>
            <ac:spMk id="39" creationId="{08D10CDF-7036-B41E-30C2-75BBC317A2F8}"/>
          </ac:spMkLst>
        </pc:spChg>
        <pc:spChg chg="mod">
          <ac:chgData name="Khushi Jain" userId="5aa6d49907f61831" providerId="LiveId" clId="{0BDE1FB9-1B70-47DD-A821-DFA0088EDEF9}" dt="2026-06-05T05:31:37.256" v="4325" actId="1076"/>
          <ac:spMkLst>
            <pc:docMk/>
            <pc:sldMk cId="547484550" sldId="2792"/>
            <ac:spMk id="40" creationId="{5664174D-CE24-A3C9-7DA2-33BFB653F011}"/>
          </ac:spMkLst>
        </pc:spChg>
        <pc:spChg chg="mod">
          <ac:chgData name="Khushi Jain" userId="5aa6d49907f61831" providerId="LiveId" clId="{0BDE1FB9-1B70-47DD-A821-DFA0088EDEF9}" dt="2026-06-05T05:29:44.715" v="4304" actId="20577"/>
          <ac:spMkLst>
            <pc:docMk/>
            <pc:sldMk cId="547484550" sldId="2792"/>
            <ac:spMk id="50" creationId="{B17E42CA-E593-BBA4-B3A3-826C1EAC9DFD}"/>
          </ac:spMkLst>
        </pc:spChg>
        <pc:spChg chg="mod">
          <ac:chgData name="Khushi Jain" userId="5aa6d49907f61831" providerId="LiveId" clId="{0BDE1FB9-1B70-47DD-A821-DFA0088EDEF9}" dt="2026-06-05T05:31:04.678" v="4320" actId="1076"/>
          <ac:spMkLst>
            <pc:docMk/>
            <pc:sldMk cId="547484550" sldId="2792"/>
            <ac:spMk id="56" creationId="{90B0F3AE-70EF-E77A-436D-2D355942415D}"/>
          </ac:spMkLst>
        </pc:spChg>
        <pc:spChg chg="mod">
          <ac:chgData name="Khushi Jain" userId="5aa6d49907f61831" providerId="LiveId" clId="{0BDE1FB9-1B70-47DD-A821-DFA0088EDEF9}" dt="2026-06-05T05:30:05.704" v="4308" actId="14100"/>
          <ac:spMkLst>
            <pc:docMk/>
            <pc:sldMk cId="547484550" sldId="2792"/>
            <ac:spMk id="57" creationId="{8B075FCA-F1C2-3178-5373-67186E3ABB7B}"/>
          </ac:spMkLst>
        </pc:spChg>
        <pc:spChg chg="mod">
          <ac:chgData name="Khushi Jain" userId="5aa6d49907f61831" providerId="LiveId" clId="{0BDE1FB9-1B70-47DD-A821-DFA0088EDEF9}" dt="2026-06-05T05:30:16.973" v="4311" actId="14100"/>
          <ac:spMkLst>
            <pc:docMk/>
            <pc:sldMk cId="547484550" sldId="2792"/>
            <ac:spMk id="58" creationId="{9F2C436F-DC75-A43A-BFBA-A7054FA4AA56}"/>
          </ac:spMkLst>
        </pc:spChg>
        <pc:spChg chg="mod">
          <ac:chgData name="Khushi Jain" userId="5aa6d49907f61831" providerId="LiveId" clId="{0BDE1FB9-1B70-47DD-A821-DFA0088EDEF9}" dt="2026-06-05T05:30:13.239" v="4310" actId="1076"/>
          <ac:spMkLst>
            <pc:docMk/>
            <pc:sldMk cId="547484550" sldId="2792"/>
            <ac:spMk id="59" creationId="{6A2A38FE-42AB-28FE-7DF3-2D18E7B9D348}"/>
          </ac:spMkLst>
        </pc:spChg>
        <pc:spChg chg="mod">
          <ac:chgData name="Khushi Jain" userId="5aa6d49907f61831" providerId="LiveId" clId="{0BDE1FB9-1B70-47DD-A821-DFA0088EDEF9}" dt="2026-06-05T05:29:59.452" v="4307" actId="20577"/>
          <ac:spMkLst>
            <pc:docMk/>
            <pc:sldMk cId="547484550" sldId="2792"/>
            <ac:spMk id="60" creationId="{DD1B3CD4-AF75-03F1-2702-794112D83B5E}"/>
          </ac:spMkLst>
        </pc:spChg>
        <pc:spChg chg="mod">
          <ac:chgData name="Khushi Jain" userId="5aa6d49907f61831" providerId="LiveId" clId="{0BDE1FB9-1B70-47DD-A821-DFA0088EDEF9}" dt="2026-06-05T05:32:02.933" v="4329" actId="1076"/>
          <ac:spMkLst>
            <pc:docMk/>
            <pc:sldMk cId="547484550" sldId="2792"/>
            <ac:spMk id="61" creationId="{B6908B00-BC4F-CBD5-ED5E-88F89489F887}"/>
          </ac:spMkLst>
        </pc:spChg>
        <pc:grpChg chg="mod">
          <ac:chgData name="Khushi Jain" userId="5aa6d49907f61831" providerId="LiveId" clId="{0BDE1FB9-1B70-47DD-A821-DFA0088EDEF9}" dt="2026-06-05T05:29:50.974" v="4305" actId="14100"/>
          <ac:grpSpMkLst>
            <pc:docMk/>
            <pc:sldMk cId="547484550" sldId="2792"/>
            <ac:grpSpMk id="3" creationId="{6787D989-B096-F773-1407-5BF2702B16F0}"/>
          </ac:grpSpMkLst>
        </pc:grpChg>
        <pc:grpChg chg="mod">
          <ac:chgData name="Khushi Jain" userId="5aa6d49907f61831" providerId="LiveId" clId="{0BDE1FB9-1B70-47DD-A821-DFA0088EDEF9}" dt="2026-06-05T05:32:26.177" v="4333" actId="14100"/>
          <ac:grpSpMkLst>
            <pc:docMk/>
            <pc:sldMk cId="547484550" sldId="2792"/>
            <ac:grpSpMk id="6" creationId="{B42BD125-2304-6A5F-DB48-712E9A933025}"/>
          </ac:grpSpMkLst>
        </pc:grpChg>
        <pc:grpChg chg="add mod">
          <ac:chgData name="Khushi Jain" userId="5aa6d49907f61831" providerId="LiveId" clId="{0BDE1FB9-1B70-47DD-A821-DFA0088EDEF9}" dt="2026-06-05T05:40:03.807" v="4342" actId="14100"/>
          <ac:grpSpMkLst>
            <pc:docMk/>
            <pc:sldMk cId="547484550" sldId="2792"/>
            <ac:grpSpMk id="9" creationId="{6735DDB4-EF71-E034-FF09-76CCF5370B09}"/>
          </ac:grpSpMkLst>
        </pc:grpChg>
        <pc:grpChg chg="mod">
          <ac:chgData name="Khushi Jain" userId="5aa6d49907f61831" providerId="LiveId" clId="{0BDE1FB9-1B70-47DD-A821-DFA0088EDEF9}" dt="2026-06-05T05:32:16.410" v="4331" actId="14100"/>
          <ac:grpSpMkLst>
            <pc:docMk/>
            <pc:sldMk cId="547484550" sldId="2792"/>
            <ac:grpSpMk id="13" creationId="{5FC8A42C-02B8-EA1A-63D8-374B92FB92A2}"/>
          </ac:grpSpMkLst>
        </pc:grpChg>
        <pc:grpChg chg="add mod">
          <ac:chgData name="Khushi Jain" userId="5aa6d49907f61831" providerId="LiveId" clId="{0BDE1FB9-1B70-47DD-A821-DFA0088EDEF9}" dt="2026-06-05T05:41:55.246" v="4365" actId="14100"/>
          <ac:grpSpMkLst>
            <pc:docMk/>
            <pc:sldMk cId="547484550" sldId="2792"/>
            <ac:grpSpMk id="16" creationId="{D35AD6F3-C980-514D-B994-F65424E00C40}"/>
          </ac:grpSpMkLst>
        </pc:grpChg>
        <pc:grpChg chg="mod">
          <ac:chgData name="Khushi Jain" userId="5aa6d49907f61831" providerId="LiveId" clId="{0BDE1FB9-1B70-47DD-A821-DFA0088EDEF9}" dt="2026-06-05T05:32:20.207" v="4332" actId="14100"/>
          <ac:grpSpMkLst>
            <pc:docMk/>
            <pc:sldMk cId="547484550" sldId="2792"/>
            <ac:grpSpMk id="19" creationId="{F112694E-6386-3663-75B2-69E15DE21CC0}"/>
          </ac:grpSpMkLst>
        </pc:grpChg>
        <pc:grpChg chg="mod">
          <ac:chgData name="Khushi Jain" userId="5aa6d49907f61831" providerId="LiveId" clId="{0BDE1FB9-1B70-47DD-A821-DFA0088EDEF9}" dt="2026-06-05T05:30:22.779" v="4312" actId="1076"/>
          <ac:grpSpMkLst>
            <pc:docMk/>
            <pc:sldMk cId="547484550" sldId="2792"/>
            <ac:grpSpMk id="22" creationId="{FD771333-582C-104D-E28F-70E2137FBE64}"/>
          </ac:grpSpMkLst>
        </pc:grpChg>
        <pc:grpChg chg="mod">
          <ac:chgData name="Khushi Jain" userId="5aa6d49907f61831" providerId="LiveId" clId="{0BDE1FB9-1B70-47DD-A821-DFA0088EDEF9}" dt="2026-06-05T05:31:43.705" v="4326" actId="14100"/>
          <ac:grpSpMkLst>
            <pc:docMk/>
            <pc:sldMk cId="547484550" sldId="2792"/>
            <ac:grpSpMk id="25" creationId="{DA9C9163-EF3C-7FA7-4882-F88F99B9DBC0}"/>
          </ac:grpSpMkLst>
        </pc:grpChg>
        <pc:picChg chg="add mod">
          <ac:chgData name="Khushi Jain" userId="5aa6d49907f61831" providerId="LiveId" clId="{0BDE1FB9-1B70-47DD-A821-DFA0088EDEF9}" dt="2026-06-05T05:50:17.396" v="4456" actId="1036"/>
          <ac:picMkLst>
            <pc:docMk/>
            <pc:sldMk cId="547484550" sldId="2792"/>
            <ac:picMk id="35" creationId="{043E4500-1C3A-7B61-DA48-34E56BD8785B}"/>
          </ac:picMkLst>
        </pc:picChg>
      </pc:sldChg>
      <pc:sldChg chg="add del mod ord modShow">
        <pc:chgData name="Khushi Jain" userId="5aa6d49907f61831" providerId="LiveId" clId="{0BDE1FB9-1B70-47DD-A821-DFA0088EDEF9}" dt="2026-07-04T17:57:13.616" v="4674" actId="2696"/>
        <pc:sldMkLst>
          <pc:docMk/>
          <pc:sldMk cId="1480991860" sldId="2793"/>
        </pc:sldMkLst>
      </pc:sldChg>
      <pc:sldChg chg="addSp delSp modSp add mod">
        <pc:chgData name="Khushi Jain" userId="5aa6d49907f61831" providerId="LiveId" clId="{0BDE1FB9-1B70-47DD-A821-DFA0088EDEF9}" dt="2026-06-05T11:14:22.386" v="4527" actId="20577"/>
        <pc:sldMkLst>
          <pc:docMk/>
          <pc:sldMk cId="2406921117" sldId="2794"/>
        </pc:sldMkLst>
        <pc:spChg chg="mod">
          <ac:chgData name="Khushi Jain" userId="5aa6d49907f61831" providerId="LiveId" clId="{0BDE1FB9-1B70-47DD-A821-DFA0088EDEF9}" dt="2026-06-05T05:42:52.011" v="4387" actId="20577"/>
          <ac:spMkLst>
            <pc:docMk/>
            <pc:sldMk cId="2406921117" sldId="2794"/>
            <ac:spMk id="28" creationId="{A461A953-D9ED-CDF6-4758-8118D752CB77}"/>
          </ac:spMkLst>
        </pc:spChg>
        <pc:spChg chg="mod">
          <ac:chgData name="Khushi Jain" userId="5aa6d49907f61831" providerId="LiveId" clId="{0BDE1FB9-1B70-47DD-A821-DFA0088EDEF9}" dt="2026-06-05T05:49:01.862" v="4445" actId="14100"/>
          <ac:spMkLst>
            <pc:docMk/>
            <pc:sldMk cId="2406921117" sldId="2794"/>
            <ac:spMk id="29" creationId="{A2A0179F-C7D0-4548-6C84-3130FF3727FE}"/>
          </ac:spMkLst>
        </pc:spChg>
        <pc:spChg chg="mod">
          <ac:chgData name="Khushi Jain" userId="5aa6d49907f61831" providerId="LiveId" clId="{0BDE1FB9-1B70-47DD-A821-DFA0088EDEF9}" dt="2026-06-05T05:42:54.537" v="4391" actId="20577"/>
          <ac:spMkLst>
            <pc:docMk/>
            <pc:sldMk cId="2406921117" sldId="2794"/>
            <ac:spMk id="30" creationId="{75DC121E-AB2B-4F63-3EA4-9A67EC8C86B5}"/>
          </ac:spMkLst>
        </pc:spChg>
        <pc:spChg chg="mod">
          <ac:chgData name="Khushi Jain" userId="5aa6d49907f61831" providerId="LiveId" clId="{0BDE1FB9-1B70-47DD-A821-DFA0088EDEF9}" dt="2026-06-05T05:48:58.300" v="4444" actId="14100"/>
          <ac:spMkLst>
            <pc:docMk/>
            <pc:sldMk cId="2406921117" sldId="2794"/>
            <ac:spMk id="31" creationId="{3E076E2B-649F-7968-C408-E8BADBAEDF99}"/>
          </ac:spMkLst>
        </pc:spChg>
        <pc:spChg chg="add mod">
          <ac:chgData name="Khushi Jain" userId="5aa6d49907f61831" providerId="LiveId" clId="{0BDE1FB9-1B70-47DD-A821-DFA0088EDEF9}" dt="2026-06-05T05:44:19.145" v="4396" actId="20577"/>
          <ac:spMkLst>
            <pc:docMk/>
            <pc:sldMk cId="2406921117" sldId="2794"/>
            <ac:spMk id="32" creationId="{960ED4D5-EE42-0D31-3A6D-8D3A01685DB2}"/>
          </ac:spMkLst>
        </pc:spChg>
        <pc:spChg chg="add mod">
          <ac:chgData name="Khushi Jain" userId="5aa6d49907f61831" providerId="LiveId" clId="{0BDE1FB9-1B70-47DD-A821-DFA0088EDEF9}" dt="2026-06-05T05:45:06.577" v="4403" actId="1076"/>
          <ac:spMkLst>
            <pc:docMk/>
            <pc:sldMk cId="2406921117" sldId="2794"/>
            <ac:spMk id="33" creationId="{1AB6653D-71A1-D8AA-CEAB-16DAA1A8AB9D}"/>
          </ac:spMkLst>
        </pc:spChg>
        <pc:spChg chg="add mod">
          <ac:chgData name="Khushi Jain" userId="5aa6d49907f61831" providerId="LiveId" clId="{0BDE1FB9-1B70-47DD-A821-DFA0088EDEF9}" dt="2026-06-05T05:46:03.265" v="4412" actId="207"/>
          <ac:spMkLst>
            <pc:docMk/>
            <pc:sldMk cId="2406921117" sldId="2794"/>
            <ac:spMk id="35" creationId="{48119864-0D75-9578-1065-2FA3BB40B849}"/>
          </ac:spMkLst>
        </pc:spChg>
        <pc:spChg chg="add mod">
          <ac:chgData name="Khushi Jain" userId="5aa6d49907f61831" providerId="LiveId" clId="{0BDE1FB9-1B70-47DD-A821-DFA0088EDEF9}" dt="2026-06-05T05:47:30.756" v="4429" actId="207"/>
          <ac:spMkLst>
            <pc:docMk/>
            <pc:sldMk cId="2406921117" sldId="2794"/>
            <ac:spMk id="36" creationId="{CA75F99A-0657-03DE-DDC9-2B42813AEC12}"/>
          </ac:spMkLst>
        </pc:spChg>
        <pc:spChg chg="add mod">
          <ac:chgData name="Khushi Jain" userId="5aa6d49907f61831" providerId="LiveId" clId="{0BDE1FB9-1B70-47DD-A821-DFA0088EDEF9}" dt="2026-06-05T11:14:22.386" v="4527" actId="20577"/>
          <ac:spMkLst>
            <pc:docMk/>
            <pc:sldMk cId="2406921117" sldId="2794"/>
            <ac:spMk id="37" creationId="{46A03FBC-8615-FE26-7DBE-07CA833AAD87}"/>
          </ac:spMkLst>
        </pc:spChg>
        <pc:spChg chg="mod">
          <ac:chgData name="Khushi Jain" userId="5aa6d49907f61831" providerId="LiveId" clId="{0BDE1FB9-1B70-47DD-A821-DFA0088EDEF9}" dt="2026-06-05T05:42:46.344" v="4379" actId="20577"/>
          <ac:spMkLst>
            <pc:docMk/>
            <pc:sldMk cId="2406921117" sldId="2794"/>
            <ac:spMk id="38" creationId="{22A74245-EFCB-B9AA-B59B-9165C6F09EA7}"/>
          </ac:spMkLst>
        </pc:spChg>
        <pc:spChg chg="mod">
          <ac:chgData name="Khushi Jain" userId="5aa6d49907f61831" providerId="LiveId" clId="{0BDE1FB9-1B70-47DD-A821-DFA0088EDEF9}" dt="2026-06-05T05:42:41.228" v="4375" actId="20577"/>
          <ac:spMkLst>
            <pc:docMk/>
            <pc:sldMk cId="2406921117" sldId="2794"/>
            <ac:spMk id="39" creationId="{77AD0D85-F0C7-EC8D-CEB9-161A22720D26}"/>
          </ac:spMkLst>
        </pc:spChg>
        <pc:spChg chg="mod">
          <ac:chgData name="Khushi Jain" userId="5aa6d49907f61831" providerId="LiveId" clId="{0BDE1FB9-1B70-47DD-A821-DFA0088EDEF9}" dt="2026-06-05T05:42:49.393" v="4383" actId="20577"/>
          <ac:spMkLst>
            <pc:docMk/>
            <pc:sldMk cId="2406921117" sldId="2794"/>
            <ac:spMk id="40" creationId="{C067DDE1-BD79-3BE9-54CE-67B78D6D0E2F}"/>
          </ac:spMkLst>
        </pc:spChg>
        <pc:spChg chg="add mod">
          <ac:chgData name="Khushi Jain" userId="5aa6d49907f61831" providerId="LiveId" clId="{0BDE1FB9-1B70-47DD-A821-DFA0088EDEF9}" dt="2026-06-05T05:48:52.470" v="4443" actId="1076"/>
          <ac:spMkLst>
            <pc:docMk/>
            <pc:sldMk cId="2406921117" sldId="2794"/>
            <ac:spMk id="41" creationId="{124ECB12-128B-42DB-A421-650F421F1F5B}"/>
          </ac:spMkLst>
        </pc:spChg>
        <pc:spChg chg="mod">
          <ac:chgData name="Khushi Jain" userId="5aa6d49907f61831" providerId="LiveId" clId="{0BDE1FB9-1B70-47DD-A821-DFA0088EDEF9}" dt="2026-06-05T05:42:43.628" v="4377" actId="20577"/>
          <ac:spMkLst>
            <pc:docMk/>
            <pc:sldMk cId="2406921117" sldId="2794"/>
            <ac:spMk id="59" creationId="{FCCC4240-5E09-A9E1-1D29-B27470627B57}"/>
          </ac:spMkLst>
        </pc:spChg>
        <pc:grpChg chg="mod">
          <ac:chgData name="Khushi Jain" userId="5aa6d49907f61831" providerId="LiveId" clId="{0BDE1FB9-1B70-47DD-A821-DFA0088EDEF9}" dt="2026-06-05T05:49:10.122" v="4447" actId="14100"/>
          <ac:grpSpMkLst>
            <pc:docMk/>
            <pc:sldMk cId="2406921117" sldId="2794"/>
            <ac:grpSpMk id="9" creationId="{7358760B-3130-5B24-452C-B942203381DB}"/>
          </ac:grpSpMkLst>
        </pc:grpChg>
        <pc:grpChg chg="mod">
          <ac:chgData name="Khushi Jain" userId="5aa6d49907f61831" providerId="LiveId" clId="{0BDE1FB9-1B70-47DD-A821-DFA0088EDEF9}" dt="2026-06-05T05:49:05.493" v="4446" actId="14100"/>
          <ac:grpSpMkLst>
            <pc:docMk/>
            <pc:sldMk cId="2406921117" sldId="2794"/>
            <ac:grpSpMk id="16" creationId="{48C9919A-ACE9-5ECB-E916-DF938AE0ACC0}"/>
          </ac:grpSpMkLst>
        </pc:grpChg>
        <pc:picChg chg="add mod">
          <ac:chgData name="Khushi Jain" userId="5aa6d49907f61831" providerId="LiveId" clId="{0BDE1FB9-1B70-47DD-A821-DFA0088EDEF9}" dt="2026-06-05T05:50:20.298" v="4457"/>
          <ac:picMkLst>
            <pc:docMk/>
            <pc:sldMk cId="2406921117" sldId="2794"/>
            <ac:picMk id="42" creationId="{CB9D72CA-D6A8-B28B-70E0-73631C3F3C12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186C4F-AE93-774C-AA4F-E3626C3066AA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BE62C62-4A78-E747-AC94-B2631B8B1105}">
      <dgm:prSet phldrT="[Text]" custT="1"/>
      <dgm:spPr>
        <a:ln>
          <a:noFill/>
        </a:ln>
      </dgm:spPr>
      <dgm:t>
        <a:bodyPr/>
        <a:lstStyle/>
        <a:p>
          <a:pPr algn="ctr"/>
          <a:endParaRPr lang="en-US" sz="1400" b="1" dirty="0">
            <a:solidFill>
              <a:schemeClr val="accent1">
                <a:lumMod val="25000"/>
              </a:schemeClr>
            </a:solidFill>
            <a:latin typeface="+mn-lt"/>
            <a:ea typeface="+mn-ea"/>
            <a:cs typeface="+mn-cs"/>
          </a:endParaRPr>
        </a:p>
        <a:p>
          <a:pPr algn="ctr"/>
          <a:endParaRPr lang="en-US" sz="1400" b="1" dirty="0">
            <a:solidFill>
              <a:schemeClr val="accent1">
                <a:lumMod val="25000"/>
              </a:schemeClr>
            </a:solidFill>
            <a:latin typeface="+mn-lt"/>
            <a:ea typeface="+mn-ea"/>
            <a:cs typeface="+mn-cs"/>
          </a:endParaRPr>
        </a:p>
        <a:p>
          <a:pPr algn="ctr"/>
          <a:r>
            <a:rPr lang="en-US" sz="1400" b="1" dirty="0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+mn-cs"/>
            </a:rPr>
            <a:t>OPEN PO</a:t>
          </a:r>
        </a:p>
        <a:p>
          <a:pPr algn="l"/>
          <a:r>
            <a:rPr lang="en-US" sz="1100" b="1" dirty="0">
              <a:solidFill>
                <a:schemeClr val="tx1">
                  <a:lumMod val="75000"/>
                  <a:lumOff val="25000"/>
                </a:schemeClr>
              </a:solidFill>
            </a:rPr>
            <a:t>Purchase Order that is still pending completion or closure</a:t>
          </a:r>
          <a:endParaRPr lang="en-US" sz="1100" dirty="0">
            <a:solidFill>
              <a:schemeClr val="tx1">
                <a:lumMod val="75000"/>
                <a:lumOff val="25000"/>
              </a:schemeClr>
            </a:solidFill>
          </a:endParaRPr>
        </a:p>
        <a:p>
          <a:pPr algn="l"/>
          <a:br>
            <a:rPr lang="en-US" sz="1100" dirty="0">
              <a:solidFill>
                <a:schemeClr val="tx1">
                  <a:lumMod val="75000"/>
                  <a:lumOff val="25000"/>
                </a:schemeClr>
              </a:solidFill>
            </a:rPr>
          </a:br>
          <a:r>
            <a:rPr lang="en-US" sz="1100" dirty="0">
              <a:solidFill>
                <a:schemeClr val="tx1">
                  <a:lumMod val="75000"/>
                  <a:lumOff val="25000"/>
                </a:schemeClr>
              </a:solidFill>
            </a:rPr>
            <a:t>- </a:t>
          </a:r>
          <a:r>
            <a:rPr lang="en-IN" sz="1100" dirty="0">
              <a:solidFill>
                <a:schemeClr val="tx1">
                  <a:lumMod val="75000"/>
                  <a:lumOff val="25000"/>
                </a:schemeClr>
              </a:solidFill>
            </a:rPr>
            <a:t>Goods may not have been fully received yet. </a:t>
          </a:r>
        </a:p>
        <a:p>
          <a:pPr algn="l"/>
          <a:r>
            <a:rPr lang="en-IN" sz="1100" dirty="0">
              <a:solidFill>
                <a:schemeClr val="tx1">
                  <a:lumMod val="75000"/>
                  <a:lumOff val="25000"/>
                </a:schemeClr>
              </a:solidFill>
            </a:rPr>
            <a:t>- Invoice may still be pending from the vendor. </a:t>
          </a:r>
        </a:p>
        <a:p>
          <a:pPr algn="l"/>
          <a:r>
            <a:rPr lang="en-IN" sz="1100" dirty="0">
              <a:solidFill>
                <a:schemeClr val="tx1">
                  <a:lumMod val="75000"/>
                  <a:lumOff val="25000"/>
                </a:schemeClr>
              </a:solidFill>
            </a:rPr>
            <a:t>- Payment may not have been processed. </a:t>
          </a:r>
        </a:p>
        <a:p>
          <a:pPr algn="l"/>
          <a:r>
            <a:rPr lang="en-IN" sz="1100" dirty="0">
              <a:solidFill>
                <a:schemeClr val="tx1">
                  <a:lumMod val="75000"/>
                  <a:lumOff val="25000"/>
                </a:schemeClr>
              </a:solidFill>
            </a:rPr>
            <a:t>- Used to track outstanding procurement commitments.</a:t>
          </a:r>
        </a:p>
        <a:p>
          <a:pPr algn="l"/>
          <a:r>
            <a:rPr lang="en-IN" sz="1100" dirty="0">
              <a:solidFill>
                <a:schemeClr val="tx1">
                  <a:lumMod val="75000"/>
                  <a:lumOff val="25000"/>
                </a:schemeClr>
              </a:solidFill>
            </a:rPr>
            <a:t> - Requires periodic review to avoid aged or unused </a:t>
          </a:r>
          <a:r>
            <a:rPr lang="en-IN" sz="1100" dirty="0" err="1">
              <a:solidFill>
                <a:schemeClr val="tx1">
                  <a:lumMod val="75000"/>
                  <a:lumOff val="25000"/>
                </a:schemeClr>
              </a:solidFill>
            </a:rPr>
            <a:t>POs.</a:t>
          </a:r>
          <a:endParaRPr lang="en-US" sz="1100" dirty="0">
            <a:solidFill>
              <a:schemeClr val="tx1">
                <a:lumMod val="75000"/>
                <a:lumOff val="25000"/>
              </a:schemeClr>
            </a:solidFill>
          </a:endParaRPr>
        </a:p>
        <a:p>
          <a:pPr algn="ctr"/>
          <a:endParaRPr lang="en-US" sz="1000" dirty="0">
            <a:solidFill>
              <a:schemeClr val="accent1">
                <a:lumMod val="25000"/>
              </a:schemeClr>
            </a:solidFill>
            <a:latin typeface="+mn-lt"/>
            <a:ea typeface="+mn-ea"/>
            <a:cs typeface="+mn-cs"/>
          </a:endParaRPr>
        </a:p>
        <a:p>
          <a:pPr algn="ctr"/>
          <a:endParaRPr lang="en-US" sz="1200" dirty="0">
            <a:solidFill>
              <a:schemeClr val="accent1">
                <a:lumMod val="25000"/>
              </a:schemeClr>
            </a:solidFill>
            <a:latin typeface="+mn-lt"/>
            <a:ea typeface="+mn-ea"/>
            <a:cs typeface="+mn-cs"/>
          </a:endParaRPr>
        </a:p>
      </dgm:t>
    </dgm:pt>
    <dgm:pt modelId="{EF211CAE-F30C-5C41-8EDA-654574D2787C}" type="sibTrans" cxnId="{DCE1C26D-FDF0-B24C-82E3-5AE362F4BF6F}">
      <dgm:prSet/>
      <dgm:spPr/>
      <dgm:t>
        <a:bodyPr/>
        <a:lstStyle/>
        <a:p>
          <a:endParaRPr lang="en-US"/>
        </a:p>
      </dgm:t>
    </dgm:pt>
    <dgm:pt modelId="{427792A0-F801-3D42-981B-BBCCCFE0EE9A}" type="parTrans" cxnId="{DCE1C26D-FDF0-B24C-82E3-5AE362F4BF6F}">
      <dgm:prSet/>
      <dgm:spPr/>
      <dgm:t>
        <a:bodyPr/>
        <a:lstStyle/>
        <a:p>
          <a:endParaRPr lang="en-US"/>
        </a:p>
      </dgm:t>
    </dgm:pt>
    <dgm:pt modelId="{EE14A578-703F-3F40-A9FA-624B6440FB93}">
      <dgm:prSet phldrT="[Text]" custT="1"/>
      <dgm:spPr>
        <a:ln>
          <a:noFill/>
        </a:ln>
      </dgm:spPr>
      <dgm:t>
        <a:bodyPr/>
        <a:lstStyle/>
        <a:p>
          <a:pPr algn="ctr"/>
          <a:endParaRPr lang="en-US" sz="1400" b="1" dirty="0">
            <a:solidFill>
              <a:schemeClr val="accent1">
                <a:lumMod val="25000"/>
              </a:schemeClr>
            </a:solidFill>
            <a:latin typeface="+mn-lt"/>
            <a:ea typeface="+mn-ea"/>
            <a:cs typeface="+mn-cs"/>
          </a:endParaRPr>
        </a:p>
        <a:p>
          <a:pPr algn="ctr"/>
          <a:endParaRPr lang="en-US" sz="1400" b="1" dirty="0">
            <a:solidFill>
              <a:schemeClr val="accent1">
                <a:lumMod val="25000"/>
              </a:schemeClr>
            </a:solidFill>
            <a:latin typeface="+mn-lt"/>
            <a:ea typeface="+mn-ea"/>
            <a:cs typeface="+mn-cs"/>
          </a:endParaRPr>
        </a:p>
        <a:p>
          <a:pPr algn="ctr"/>
          <a:endParaRPr lang="en-US" sz="1400" b="1" dirty="0">
            <a:solidFill>
              <a:schemeClr val="accent1">
                <a:lumMod val="25000"/>
              </a:schemeClr>
            </a:solidFill>
            <a:latin typeface="+mn-lt"/>
            <a:ea typeface="+mn-ea"/>
            <a:cs typeface="+mn-cs"/>
          </a:endParaRPr>
        </a:p>
        <a:p>
          <a:pPr algn="ctr"/>
          <a:r>
            <a:rPr lang="en-US" sz="1400" b="1" dirty="0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+mn-cs"/>
            </a:rPr>
            <a:t>PO CASE</a:t>
          </a:r>
        </a:p>
        <a:p>
          <a:pPr algn="l"/>
          <a:r>
            <a:rPr lang="en-US" sz="1100" b="1" dirty="0">
              <a:solidFill>
                <a:schemeClr val="tx1">
                  <a:lumMod val="75000"/>
                  <a:lumOff val="25000"/>
                </a:schemeClr>
              </a:solidFill>
            </a:rPr>
            <a:t>A procurement transaction where a Purchase Order is created before goods/services are purchased.</a:t>
          </a:r>
          <a:br>
            <a:rPr lang="en-US" sz="1100" dirty="0">
              <a:solidFill>
                <a:schemeClr val="tx1">
                  <a:lumMod val="75000"/>
                  <a:lumOff val="25000"/>
                </a:schemeClr>
              </a:solidFill>
            </a:rPr>
          </a:br>
          <a:endParaRPr lang="en-IN" sz="1100" dirty="0">
            <a:solidFill>
              <a:schemeClr val="tx1">
                <a:lumMod val="75000"/>
                <a:lumOff val="25000"/>
              </a:schemeClr>
            </a:solidFill>
          </a:endParaRPr>
        </a:p>
        <a:p>
          <a:pPr algn="l"/>
          <a:r>
            <a:rPr lang="en-IN" sz="1100" dirty="0">
              <a:solidFill>
                <a:schemeClr val="tx1">
                  <a:lumMod val="75000"/>
                  <a:lumOff val="25000"/>
                </a:schemeClr>
              </a:solidFill>
            </a:rPr>
            <a:t>- Follows the standard procurement process.</a:t>
          </a:r>
        </a:p>
        <a:p>
          <a:pPr algn="l"/>
          <a:r>
            <a:rPr lang="en-IN" sz="1100" dirty="0">
              <a:solidFill>
                <a:schemeClr val="tx1">
                  <a:lumMod val="75000"/>
                  <a:lumOff val="25000"/>
                </a:schemeClr>
              </a:solidFill>
            </a:rPr>
            <a:t>- Requires approvals before the order is placed.</a:t>
          </a:r>
        </a:p>
        <a:p>
          <a:pPr algn="l"/>
          <a:r>
            <a:rPr lang="en-IN" sz="1100" dirty="0">
              <a:solidFill>
                <a:schemeClr val="tx1">
                  <a:lumMod val="75000"/>
                  <a:lumOff val="25000"/>
                </a:schemeClr>
              </a:solidFill>
            </a:rPr>
            <a:t>- Provides better control and tracking of purchases. </a:t>
          </a:r>
        </a:p>
        <a:p>
          <a:pPr algn="l"/>
          <a:r>
            <a:rPr lang="en-IN" sz="1100" dirty="0">
              <a:solidFill>
                <a:schemeClr val="tx1">
                  <a:lumMod val="75000"/>
                  <a:lumOff val="25000"/>
                </a:schemeClr>
              </a:solidFill>
            </a:rPr>
            <a:t>- Commonly used for inventory, equipment, and services.</a:t>
          </a:r>
        </a:p>
        <a:p>
          <a:pPr algn="l"/>
          <a:r>
            <a:rPr lang="en-IN" sz="1100" dirty="0">
              <a:solidFill>
                <a:schemeClr val="tx1">
                  <a:lumMod val="75000"/>
                  <a:lumOff val="25000"/>
                </a:schemeClr>
              </a:solidFill>
            </a:rPr>
            <a:t>- Helps ensure compliance with company policies.</a:t>
          </a:r>
          <a:br>
            <a:rPr lang="en-US" sz="1100" dirty="0">
              <a:solidFill>
                <a:schemeClr val="tx1">
                  <a:lumMod val="75000"/>
                  <a:lumOff val="25000"/>
                </a:schemeClr>
              </a:solidFill>
            </a:rPr>
          </a:br>
          <a:br>
            <a:rPr lang="en-US" sz="1100" dirty="0">
              <a:solidFill>
                <a:schemeClr val="tx1">
                  <a:lumMod val="75000"/>
                  <a:lumOff val="25000"/>
                </a:schemeClr>
              </a:solidFill>
            </a:rPr>
          </a:br>
          <a:br>
            <a:rPr lang="en-US" sz="1100" dirty="0">
              <a:solidFill>
                <a:schemeClr val="tx1">
                  <a:lumMod val="75000"/>
                  <a:lumOff val="25000"/>
                </a:schemeClr>
              </a:solidFill>
            </a:rPr>
          </a:br>
          <a:br>
            <a:rPr lang="en-US" sz="1100" dirty="0">
              <a:solidFill>
                <a:schemeClr val="tx1">
                  <a:lumMod val="75000"/>
                  <a:lumOff val="25000"/>
                </a:schemeClr>
              </a:solidFill>
            </a:rPr>
          </a:br>
          <a:endParaRPr lang="en-US" sz="1100" dirty="0">
            <a:solidFill>
              <a:schemeClr val="tx1">
                <a:lumMod val="75000"/>
                <a:lumOff val="25000"/>
              </a:schemeClr>
            </a:solidFill>
            <a:latin typeface="+mn-lt"/>
            <a:ea typeface="+mn-ea"/>
            <a:cs typeface="+mn-cs"/>
          </a:endParaRPr>
        </a:p>
      </dgm:t>
    </dgm:pt>
    <dgm:pt modelId="{E5FB335F-B727-D248-A4A8-F6B89E342347}" type="sibTrans" cxnId="{3BA78609-F9A2-2840-A7C3-C90BA8A75AEF}">
      <dgm:prSet/>
      <dgm:spPr>
        <a:noFill/>
      </dgm:spPr>
      <dgm:t>
        <a:bodyPr/>
        <a:lstStyle/>
        <a:p>
          <a:endParaRPr lang="en-US" dirty="0"/>
        </a:p>
      </dgm:t>
    </dgm:pt>
    <dgm:pt modelId="{F0746D7E-7B74-0242-9903-6A0302634D02}" type="parTrans" cxnId="{3BA78609-F9A2-2840-A7C3-C90BA8A75AEF}">
      <dgm:prSet/>
      <dgm:spPr/>
      <dgm:t>
        <a:bodyPr/>
        <a:lstStyle/>
        <a:p>
          <a:endParaRPr lang="en-US"/>
        </a:p>
      </dgm:t>
    </dgm:pt>
    <dgm:pt modelId="{16AEC389-1D1C-4749-848D-448179051295}">
      <dgm:prSet custT="1"/>
      <dgm:spPr>
        <a:ln>
          <a:noFill/>
        </a:ln>
      </dgm:spPr>
      <dgm:t>
        <a:bodyPr/>
        <a:lstStyle/>
        <a:p>
          <a:pPr algn="ctr"/>
          <a:r>
            <a:rPr lang="en-US" sz="1400" b="1" dirty="0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+mn-cs"/>
            </a:rPr>
            <a:t>NON-PO CASES</a:t>
          </a:r>
        </a:p>
        <a:p>
          <a:pPr algn="l"/>
          <a:r>
            <a:rPr lang="en-US" sz="1100" b="1" dirty="0">
              <a:solidFill>
                <a:schemeClr val="tx1">
                  <a:lumMod val="75000"/>
                  <a:lumOff val="25000"/>
                </a:schemeClr>
              </a:solidFill>
            </a:rPr>
            <a:t>A procurement transaction where payment is made without creating a Purchase Order.</a:t>
          </a:r>
        </a:p>
        <a:p>
          <a:pPr algn="l"/>
          <a:endParaRPr lang="en-US" sz="1100" dirty="0">
            <a:solidFill>
              <a:schemeClr val="tx1">
                <a:lumMod val="75000"/>
                <a:lumOff val="25000"/>
              </a:schemeClr>
            </a:solidFill>
            <a:latin typeface="+mn-lt"/>
            <a:ea typeface="+mn-ea"/>
            <a:cs typeface="+mn-cs"/>
          </a:endParaRPr>
        </a:p>
        <a:p>
          <a:pPr algn="l"/>
          <a:r>
            <a:rPr lang="en-IN" sz="1100" dirty="0">
              <a:solidFill>
                <a:schemeClr val="tx1">
                  <a:lumMod val="75000"/>
                  <a:lumOff val="25000"/>
                </a:schemeClr>
              </a:solidFill>
            </a:rPr>
            <a:t>- Usually used for recurring or unavoidable expenses. </a:t>
          </a:r>
        </a:p>
        <a:p>
          <a:pPr algn="l"/>
          <a:r>
            <a:rPr lang="en-IN" sz="1100" dirty="0">
              <a:solidFill>
                <a:schemeClr val="tx1">
                  <a:lumMod val="75000"/>
                  <a:lumOff val="25000"/>
                </a:schemeClr>
              </a:solidFill>
            </a:rPr>
            <a:t>- Examples include rent, utilities, taxes, and employee reimbursements. </a:t>
          </a:r>
        </a:p>
        <a:p>
          <a:pPr algn="l"/>
          <a:r>
            <a:rPr lang="en-IN" sz="1100" dirty="0">
              <a:solidFill>
                <a:schemeClr val="tx1">
                  <a:lumMod val="75000"/>
                  <a:lumOff val="25000"/>
                </a:schemeClr>
              </a:solidFill>
            </a:rPr>
            <a:t>- Typically follows a separate approval process. Requires proper supporting documentation. </a:t>
          </a:r>
        </a:p>
        <a:p>
          <a:pPr algn="l"/>
          <a:r>
            <a:rPr lang="en-IN" sz="1100" dirty="0">
              <a:solidFill>
                <a:schemeClr val="tx1">
                  <a:lumMod val="75000"/>
                  <a:lumOff val="25000"/>
                </a:schemeClr>
              </a:solidFill>
            </a:rPr>
            <a:t>- Higher monitoring is needed to prevent unauthorized spending.</a:t>
          </a:r>
          <a:endParaRPr lang="en-US" sz="1100" dirty="0">
            <a:solidFill>
              <a:schemeClr val="tx1">
                <a:lumMod val="75000"/>
                <a:lumOff val="25000"/>
              </a:schemeClr>
            </a:solidFill>
            <a:latin typeface="+mn-lt"/>
            <a:ea typeface="+mn-ea"/>
            <a:cs typeface="+mn-cs"/>
          </a:endParaRPr>
        </a:p>
      </dgm:t>
    </dgm:pt>
    <dgm:pt modelId="{4B7C9E4C-8ADA-1A49-8427-F5E35652F4DA}" type="sibTrans" cxnId="{FD9B9117-BE8E-D748-8DD7-69018B616CFD}">
      <dgm:prSet/>
      <dgm:spPr>
        <a:noFill/>
      </dgm:spPr>
      <dgm:t>
        <a:bodyPr/>
        <a:lstStyle/>
        <a:p>
          <a:endParaRPr lang="en-US" dirty="0"/>
        </a:p>
      </dgm:t>
    </dgm:pt>
    <dgm:pt modelId="{5C4BF94D-1911-5B41-8A46-8AAA541BB4AA}" type="parTrans" cxnId="{FD9B9117-BE8E-D748-8DD7-69018B616CFD}">
      <dgm:prSet/>
      <dgm:spPr/>
      <dgm:t>
        <a:bodyPr/>
        <a:lstStyle/>
        <a:p>
          <a:endParaRPr lang="en-US"/>
        </a:p>
      </dgm:t>
    </dgm:pt>
    <dgm:pt modelId="{663AE87C-3120-D545-9404-15A46CC97D17}" type="pres">
      <dgm:prSet presAssocID="{32186C4F-AE93-774C-AA4F-E3626C3066AA}" presName="Name0" presStyleCnt="0">
        <dgm:presLayoutVars>
          <dgm:dir/>
          <dgm:resizeHandles val="exact"/>
        </dgm:presLayoutVars>
      </dgm:prSet>
      <dgm:spPr/>
    </dgm:pt>
    <dgm:pt modelId="{ED6A2469-8914-FC4F-B81F-0C94215B6999}" type="pres">
      <dgm:prSet presAssocID="{EE14A578-703F-3F40-A9FA-624B6440FB93}" presName="node" presStyleLbl="node1" presStyleIdx="0" presStyleCnt="3" custScaleX="124182" custScaleY="449965" custLinFactNeighborX="-474" custLinFactNeighborY="-1892">
        <dgm:presLayoutVars>
          <dgm:bulletEnabled val="1"/>
        </dgm:presLayoutVars>
      </dgm:prSet>
      <dgm:spPr/>
    </dgm:pt>
    <dgm:pt modelId="{9A236BD0-A0A3-F54F-8BEA-221C2DD0F5F0}" type="pres">
      <dgm:prSet presAssocID="{E5FB335F-B727-D248-A4A8-F6B89E342347}" presName="sibTrans" presStyleLbl="sibTrans2D1" presStyleIdx="0" presStyleCnt="2" custFlipVert="1" custFlipHor="0" custScaleX="6216" custScaleY="5314"/>
      <dgm:spPr/>
    </dgm:pt>
    <dgm:pt modelId="{BF151036-A7BE-F144-A994-D9B1B8D90F17}" type="pres">
      <dgm:prSet presAssocID="{E5FB335F-B727-D248-A4A8-F6B89E342347}" presName="connectorText" presStyleLbl="sibTrans2D1" presStyleIdx="0" presStyleCnt="2"/>
      <dgm:spPr/>
    </dgm:pt>
    <dgm:pt modelId="{30F9EBF4-FEF1-154A-A841-AF3DD70E4367}" type="pres">
      <dgm:prSet presAssocID="{16AEC389-1D1C-4749-848D-448179051295}" presName="node" presStyleLbl="node1" presStyleIdx="1" presStyleCnt="3" custScaleX="124182" custScaleY="449526">
        <dgm:presLayoutVars>
          <dgm:bulletEnabled val="1"/>
        </dgm:presLayoutVars>
      </dgm:prSet>
      <dgm:spPr/>
    </dgm:pt>
    <dgm:pt modelId="{31682245-E345-7446-A8FF-7D43CFBD1D8C}" type="pres">
      <dgm:prSet presAssocID="{4B7C9E4C-8ADA-1A49-8427-F5E35652F4DA}" presName="sibTrans" presStyleLbl="sibTrans2D1" presStyleIdx="1" presStyleCnt="2" custFlipVert="1" custFlipHor="0" custScaleX="6216" custScaleY="5314"/>
      <dgm:spPr/>
    </dgm:pt>
    <dgm:pt modelId="{546DF0C0-ECB7-584C-ABB4-A3BE09A4D571}" type="pres">
      <dgm:prSet presAssocID="{4B7C9E4C-8ADA-1A49-8427-F5E35652F4DA}" presName="connectorText" presStyleLbl="sibTrans2D1" presStyleIdx="1" presStyleCnt="2"/>
      <dgm:spPr/>
    </dgm:pt>
    <dgm:pt modelId="{39487587-DE00-3B48-98FE-859047E3FDF0}" type="pres">
      <dgm:prSet presAssocID="{1BE62C62-4A78-E747-AC94-B2631B8B1105}" presName="node" presStyleLbl="node1" presStyleIdx="2" presStyleCnt="3" custScaleX="124182" custScaleY="449526" custLinFactNeighborX="-174" custLinFactNeighborY="-2756">
        <dgm:presLayoutVars>
          <dgm:bulletEnabled val="1"/>
        </dgm:presLayoutVars>
      </dgm:prSet>
      <dgm:spPr/>
    </dgm:pt>
  </dgm:ptLst>
  <dgm:cxnLst>
    <dgm:cxn modelId="{A2719205-ED83-1F46-8BD0-AA13C1B1D9E5}" type="presOf" srcId="{4B7C9E4C-8ADA-1A49-8427-F5E35652F4DA}" destId="{31682245-E345-7446-A8FF-7D43CFBD1D8C}" srcOrd="0" destOrd="0" presId="urn:microsoft.com/office/officeart/2005/8/layout/process1"/>
    <dgm:cxn modelId="{3BA78609-F9A2-2840-A7C3-C90BA8A75AEF}" srcId="{32186C4F-AE93-774C-AA4F-E3626C3066AA}" destId="{EE14A578-703F-3F40-A9FA-624B6440FB93}" srcOrd="0" destOrd="0" parTransId="{F0746D7E-7B74-0242-9903-6A0302634D02}" sibTransId="{E5FB335F-B727-D248-A4A8-F6B89E342347}"/>
    <dgm:cxn modelId="{FD9B9117-BE8E-D748-8DD7-69018B616CFD}" srcId="{32186C4F-AE93-774C-AA4F-E3626C3066AA}" destId="{16AEC389-1D1C-4749-848D-448179051295}" srcOrd="1" destOrd="0" parTransId="{5C4BF94D-1911-5B41-8A46-8AAA541BB4AA}" sibTransId="{4B7C9E4C-8ADA-1A49-8427-F5E35652F4DA}"/>
    <dgm:cxn modelId="{BC62A333-1842-4440-88F2-E5993B1F0648}" type="presOf" srcId="{16AEC389-1D1C-4749-848D-448179051295}" destId="{30F9EBF4-FEF1-154A-A841-AF3DD70E4367}" srcOrd="0" destOrd="0" presId="urn:microsoft.com/office/officeart/2005/8/layout/process1"/>
    <dgm:cxn modelId="{DCE1C26D-FDF0-B24C-82E3-5AE362F4BF6F}" srcId="{32186C4F-AE93-774C-AA4F-E3626C3066AA}" destId="{1BE62C62-4A78-E747-AC94-B2631B8B1105}" srcOrd="2" destOrd="0" parTransId="{427792A0-F801-3D42-981B-BBCCCFE0EE9A}" sibTransId="{EF211CAE-F30C-5C41-8EDA-654574D2787C}"/>
    <dgm:cxn modelId="{E2EB8499-D1BE-4D45-8CA6-2882E220B21A}" type="presOf" srcId="{E5FB335F-B727-D248-A4A8-F6B89E342347}" destId="{BF151036-A7BE-F144-A994-D9B1B8D90F17}" srcOrd="1" destOrd="0" presId="urn:microsoft.com/office/officeart/2005/8/layout/process1"/>
    <dgm:cxn modelId="{13F477A1-D6BE-8040-914E-7D209C0DEBC2}" type="presOf" srcId="{1BE62C62-4A78-E747-AC94-B2631B8B1105}" destId="{39487587-DE00-3B48-98FE-859047E3FDF0}" srcOrd="0" destOrd="0" presId="urn:microsoft.com/office/officeart/2005/8/layout/process1"/>
    <dgm:cxn modelId="{EB9F45A8-6B90-C548-8CE7-310F9ECC31CC}" type="presOf" srcId="{E5FB335F-B727-D248-A4A8-F6B89E342347}" destId="{9A236BD0-A0A3-F54F-8BEA-221C2DD0F5F0}" srcOrd="0" destOrd="0" presId="urn:microsoft.com/office/officeart/2005/8/layout/process1"/>
    <dgm:cxn modelId="{A49964BE-D96C-1746-95E2-F0DA5BFD8DEB}" type="presOf" srcId="{4B7C9E4C-8ADA-1A49-8427-F5E35652F4DA}" destId="{546DF0C0-ECB7-584C-ABB4-A3BE09A4D571}" srcOrd="1" destOrd="0" presId="urn:microsoft.com/office/officeart/2005/8/layout/process1"/>
    <dgm:cxn modelId="{40B5FFE1-5956-F243-9758-065E65BD2B06}" type="presOf" srcId="{32186C4F-AE93-774C-AA4F-E3626C3066AA}" destId="{663AE87C-3120-D545-9404-15A46CC97D17}" srcOrd="0" destOrd="0" presId="urn:microsoft.com/office/officeart/2005/8/layout/process1"/>
    <dgm:cxn modelId="{7E07B2F9-E756-2E46-865D-459FBAD481F2}" type="presOf" srcId="{EE14A578-703F-3F40-A9FA-624B6440FB93}" destId="{ED6A2469-8914-FC4F-B81F-0C94215B6999}" srcOrd="0" destOrd="0" presId="urn:microsoft.com/office/officeart/2005/8/layout/process1"/>
    <dgm:cxn modelId="{737B2AF8-4548-BB47-B44D-AF8C9BCA7EB9}" type="presParOf" srcId="{663AE87C-3120-D545-9404-15A46CC97D17}" destId="{ED6A2469-8914-FC4F-B81F-0C94215B6999}" srcOrd="0" destOrd="0" presId="urn:microsoft.com/office/officeart/2005/8/layout/process1"/>
    <dgm:cxn modelId="{D1B13348-0187-9549-AAAD-10A3B48A9C53}" type="presParOf" srcId="{663AE87C-3120-D545-9404-15A46CC97D17}" destId="{9A236BD0-A0A3-F54F-8BEA-221C2DD0F5F0}" srcOrd="1" destOrd="0" presId="urn:microsoft.com/office/officeart/2005/8/layout/process1"/>
    <dgm:cxn modelId="{66E68149-A98B-AD46-BF59-13CAAFC38193}" type="presParOf" srcId="{9A236BD0-A0A3-F54F-8BEA-221C2DD0F5F0}" destId="{BF151036-A7BE-F144-A994-D9B1B8D90F17}" srcOrd="0" destOrd="0" presId="urn:microsoft.com/office/officeart/2005/8/layout/process1"/>
    <dgm:cxn modelId="{D42BBC00-48F1-D745-B5FC-727DE6380DC1}" type="presParOf" srcId="{663AE87C-3120-D545-9404-15A46CC97D17}" destId="{30F9EBF4-FEF1-154A-A841-AF3DD70E4367}" srcOrd="2" destOrd="0" presId="urn:microsoft.com/office/officeart/2005/8/layout/process1"/>
    <dgm:cxn modelId="{0F7A04C1-00FB-9340-B7E9-9C5796CE375E}" type="presParOf" srcId="{663AE87C-3120-D545-9404-15A46CC97D17}" destId="{31682245-E345-7446-A8FF-7D43CFBD1D8C}" srcOrd="3" destOrd="0" presId="urn:microsoft.com/office/officeart/2005/8/layout/process1"/>
    <dgm:cxn modelId="{B9C551B9-906A-2C4F-9D01-4B4E98B0D9CB}" type="presParOf" srcId="{31682245-E345-7446-A8FF-7D43CFBD1D8C}" destId="{546DF0C0-ECB7-584C-ABB4-A3BE09A4D571}" srcOrd="0" destOrd="0" presId="urn:microsoft.com/office/officeart/2005/8/layout/process1"/>
    <dgm:cxn modelId="{E35DC3E5-2157-E043-A61E-9A45645A5E55}" type="presParOf" srcId="{663AE87C-3120-D545-9404-15A46CC97D17}" destId="{39487587-DE00-3B48-98FE-859047E3FDF0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2186C4F-AE93-774C-AA4F-E3626C3066AA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E14A578-703F-3F40-A9FA-624B6440FB93}">
      <dgm:prSet phldrT="[Text]" custT="1"/>
      <dgm:spPr>
        <a:ln>
          <a:noFill/>
        </a:ln>
      </dgm:spPr>
      <dgm:t>
        <a:bodyPr/>
        <a:lstStyle/>
        <a:p>
          <a:pPr algn="ctr"/>
          <a:r>
            <a:rPr lang="en-US" sz="1400" b="1" dirty="0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+mn-cs"/>
            </a:rPr>
            <a:t>GRN (Goods Receipt Note)</a:t>
          </a:r>
        </a:p>
        <a:p>
          <a:pPr algn="l"/>
          <a:r>
            <a:rPr lang="en-IN" sz="1100" b="1" dirty="0">
              <a:solidFill>
                <a:schemeClr val="tx2">
                  <a:lumMod val="75000"/>
                </a:schemeClr>
              </a:solidFill>
            </a:rPr>
            <a:t>Document confirming receipt of goods from the vendor.</a:t>
          </a:r>
        </a:p>
        <a:p>
          <a:pPr algn="l"/>
          <a:endParaRPr lang="en-IN" sz="1100" dirty="0">
            <a:solidFill>
              <a:schemeClr val="tx2">
                <a:lumMod val="75000"/>
              </a:schemeClr>
            </a:solidFill>
          </a:endParaRPr>
        </a:p>
        <a:p>
          <a:pPr algn="l">
            <a:buFont typeface="Arial" panose="020B0604020202020204" pitchFamily="34" charset="0"/>
            <a:buChar char="•"/>
          </a:pPr>
          <a:r>
            <a:rPr lang="en-IN" sz="1100" dirty="0">
              <a:solidFill>
                <a:schemeClr val="tx2">
                  <a:lumMod val="75000"/>
                </a:schemeClr>
              </a:solidFill>
            </a:rPr>
            <a:t>- Records quantity and condition of -goods received. </a:t>
          </a:r>
        </a:p>
        <a:p>
          <a:pPr algn="l">
            <a:buFont typeface="Arial" panose="020B0604020202020204" pitchFamily="34" charset="0"/>
            <a:buChar char="•"/>
          </a:pPr>
          <a:r>
            <a:rPr lang="en-IN" sz="1100" dirty="0">
              <a:solidFill>
                <a:schemeClr val="tx2">
                  <a:lumMod val="75000"/>
                </a:schemeClr>
              </a:solidFill>
            </a:rPr>
            <a:t>- Confirms delivery against the Purchase Order. </a:t>
          </a:r>
        </a:p>
        <a:p>
          <a:pPr algn="l">
            <a:buFont typeface="Arial" panose="020B0604020202020204" pitchFamily="34" charset="0"/>
            <a:buChar char="•"/>
          </a:pPr>
          <a:r>
            <a:rPr lang="en-IN" sz="1100" dirty="0">
              <a:solidFill>
                <a:schemeClr val="tx2">
                  <a:lumMod val="75000"/>
                </a:schemeClr>
              </a:solidFill>
            </a:rPr>
            <a:t>- Forms part of the 3-way matching process. </a:t>
          </a:r>
        </a:p>
        <a:p>
          <a:pPr algn="l">
            <a:buFont typeface="Arial" panose="020B0604020202020204" pitchFamily="34" charset="0"/>
            <a:buChar char="•"/>
          </a:pPr>
          <a:r>
            <a:rPr lang="en-IN" sz="1100" dirty="0">
              <a:solidFill>
                <a:schemeClr val="tx2">
                  <a:lumMod val="75000"/>
                </a:schemeClr>
              </a:solidFill>
            </a:rPr>
            <a:t>- Helps verify that goods were actually received. </a:t>
          </a:r>
        </a:p>
        <a:p>
          <a:pPr algn="l">
            <a:buFont typeface="Arial" panose="020B0604020202020204" pitchFamily="34" charset="0"/>
            <a:buChar char="•"/>
          </a:pPr>
          <a:r>
            <a:rPr lang="en-IN" sz="1100" dirty="0">
              <a:solidFill>
                <a:schemeClr val="tx2">
                  <a:lumMod val="75000"/>
                </a:schemeClr>
              </a:solidFill>
            </a:rPr>
            <a:t>- Acts as supporting evidence before payment.</a:t>
          </a:r>
          <a:r>
            <a:rPr lang="en-US" sz="1100" dirty="0">
              <a:solidFill>
                <a:schemeClr val="tx2">
                  <a:lumMod val="75000"/>
                </a:schemeClr>
              </a:solidFill>
            </a:rPr>
            <a:t>.</a:t>
          </a:r>
          <a:endParaRPr lang="en-US" sz="1100" dirty="0">
            <a:solidFill>
              <a:schemeClr val="tx2">
                <a:lumMod val="75000"/>
              </a:schemeClr>
            </a:solidFill>
            <a:latin typeface="+mn-lt"/>
            <a:ea typeface="+mn-ea"/>
            <a:cs typeface="+mn-cs"/>
          </a:endParaRPr>
        </a:p>
      </dgm:t>
    </dgm:pt>
    <dgm:pt modelId="{F0746D7E-7B74-0242-9903-6A0302634D02}" type="parTrans" cxnId="{3BA78609-F9A2-2840-A7C3-C90BA8A75AEF}">
      <dgm:prSet/>
      <dgm:spPr/>
      <dgm:t>
        <a:bodyPr/>
        <a:lstStyle/>
        <a:p>
          <a:endParaRPr lang="en-US"/>
        </a:p>
      </dgm:t>
    </dgm:pt>
    <dgm:pt modelId="{E5FB335F-B727-D248-A4A8-F6B89E342347}" type="sibTrans" cxnId="{3BA78609-F9A2-2840-A7C3-C90BA8A75AEF}">
      <dgm:prSet/>
      <dgm:spPr>
        <a:noFill/>
      </dgm:spPr>
      <dgm:t>
        <a:bodyPr/>
        <a:lstStyle/>
        <a:p>
          <a:endParaRPr lang="en-US" dirty="0"/>
        </a:p>
      </dgm:t>
    </dgm:pt>
    <dgm:pt modelId="{1BE62C62-4A78-E747-AC94-B2631B8B1105}">
      <dgm:prSet phldrT="[Text]" custT="1"/>
      <dgm:spPr>
        <a:ln>
          <a:noFill/>
        </a:ln>
      </dgm:spPr>
      <dgm:t>
        <a:bodyPr/>
        <a:lstStyle/>
        <a:p>
          <a:pPr algn="ctr"/>
          <a:r>
            <a:rPr lang="en-US" sz="1400" b="1" dirty="0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+mn-cs"/>
            </a:rPr>
            <a:t>RFP (Request for Proposal)</a:t>
          </a:r>
        </a:p>
        <a:p>
          <a:pPr algn="l"/>
          <a:r>
            <a:rPr lang="en-IN" sz="1100" b="1" dirty="0">
              <a:solidFill>
                <a:schemeClr val="tx2">
                  <a:lumMod val="75000"/>
                </a:schemeClr>
              </a:solidFill>
            </a:rPr>
            <a:t>Request sent to vendors asking for detailed business proposals.</a:t>
          </a:r>
        </a:p>
        <a:p>
          <a:pPr algn="l"/>
          <a:endParaRPr lang="en-IN" sz="1100" dirty="0">
            <a:solidFill>
              <a:schemeClr val="tx2">
                <a:lumMod val="75000"/>
              </a:schemeClr>
            </a:solidFill>
          </a:endParaRPr>
        </a:p>
        <a:p>
          <a:pPr algn="l">
            <a:buFont typeface="Arial" panose="020B0604020202020204" pitchFamily="34" charset="0"/>
            <a:buChar char="•"/>
          </a:pPr>
          <a:r>
            <a:rPr lang="en-IN" sz="1100" dirty="0">
              <a:solidFill>
                <a:schemeClr val="tx2">
                  <a:lumMod val="75000"/>
                </a:schemeClr>
              </a:solidFill>
            </a:rPr>
            <a:t>- Used for complex products, services, or projects. </a:t>
          </a:r>
        </a:p>
        <a:p>
          <a:pPr algn="l">
            <a:buFont typeface="Arial" panose="020B0604020202020204" pitchFamily="34" charset="0"/>
            <a:buChar char="•"/>
          </a:pPr>
          <a:r>
            <a:rPr lang="en-IN" sz="1100" dirty="0">
              <a:solidFill>
                <a:schemeClr val="tx2">
                  <a:lumMod val="75000"/>
                </a:schemeClr>
              </a:solidFill>
            </a:rPr>
            <a:t>- Evaluates technical and commercial capabilities. </a:t>
          </a:r>
        </a:p>
        <a:p>
          <a:pPr algn="l">
            <a:buFont typeface="Arial" panose="020B0604020202020204" pitchFamily="34" charset="0"/>
            <a:buChar char="•"/>
          </a:pPr>
          <a:r>
            <a:rPr lang="en-IN" sz="1100" dirty="0">
              <a:solidFill>
                <a:schemeClr val="tx2">
                  <a:lumMod val="75000"/>
                </a:schemeClr>
              </a:solidFill>
            </a:rPr>
            <a:t>- Vendors provide solution approaches and pricing. </a:t>
          </a:r>
        </a:p>
        <a:p>
          <a:pPr algn="l">
            <a:buFont typeface="Arial" panose="020B0604020202020204" pitchFamily="34" charset="0"/>
            <a:buChar char="•"/>
          </a:pPr>
          <a:r>
            <a:rPr lang="en-IN" sz="1100" dirty="0">
              <a:solidFill>
                <a:schemeClr val="tx2">
                  <a:lumMod val="75000"/>
                </a:schemeClr>
              </a:solidFill>
            </a:rPr>
            <a:t>- Helps select the most suitable supplier. </a:t>
          </a:r>
        </a:p>
        <a:p>
          <a:pPr algn="l">
            <a:buFont typeface="Arial" panose="020B0604020202020204" pitchFamily="34" charset="0"/>
            <a:buChar char="•"/>
          </a:pPr>
          <a:r>
            <a:rPr lang="en-IN" sz="1100" dirty="0">
              <a:solidFill>
                <a:schemeClr val="tx2">
                  <a:lumMod val="75000"/>
                </a:schemeClr>
              </a:solidFill>
            </a:rPr>
            <a:t>- Supports informed procurement decisions.</a:t>
          </a:r>
          <a:endParaRPr lang="en-US" sz="1100" dirty="0">
            <a:solidFill>
              <a:schemeClr val="tx2">
                <a:lumMod val="75000"/>
              </a:schemeClr>
            </a:solidFill>
            <a:latin typeface="+mn-lt"/>
            <a:ea typeface="+mn-ea"/>
            <a:cs typeface="+mn-cs"/>
          </a:endParaRPr>
        </a:p>
      </dgm:t>
    </dgm:pt>
    <dgm:pt modelId="{427792A0-F801-3D42-981B-BBCCCFE0EE9A}" type="parTrans" cxnId="{DCE1C26D-FDF0-B24C-82E3-5AE362F4BF6F}">
      <dgm:prSet/>
      <dgm:spPr/>
      <dgm:t>
        <a:bodyPr/>
        <a:lstStyle/>
        <a:p>
          <a:endParaRPr lang="en-US"/>
        </a:p>
      </dgm:t>
    </dgm:pt>
    <dgm:pt modelId="{EF211CAE-F30C-5C41-8EDA-654574D2787C}" type="sibTrans" cxnId="{DCE1C26D-FDF0-B24C-82E3-5AE362F4BF6F}">
      <dgm:prSet/>
      <dgm:spPr/>
      <dgm:t>
        <a:bodyPr/>
        <a:lstStyle/>
        <a:p>
          <a:endParaRPr lang="en-US"/>
        </a:p>
      </dgm:t>
    </dgm:pt>
    <dgm:pt modelId="{16AEC389-1D1C-4749-848D-448179051295}">
      <dgm:prSet custT="1"/>
      <dgm:spPr>
        <a:ln>
          <a:noFill/>
        </a:ln>
      </dgm:spPr>
      <dgm:t>
        <a:bodyPr/>
        <a:lstStyle/>
        <a:p>
          <a:pPr algn="ctr"/>
          <a:r>
            <a:rPr lang="en-US" sz="1400" b="1" dirty="0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+mn-cs"/>
            </a:rPr>
            <a:t>RFQ (Request for Quotation)</a:t>
          </a:r>
        </a:p>
        <a:p>
          <a:pPr algn="l"/>
          <a:r>
            <a:rPr lang="en-IN" sz="1100" b="1" dirty="0">
              <a:solidFill>
                <a:schemeClr val="tx2">
                  <a:lumMod val="75000"/>
                </a:schemeClr>
              </a:solidFill>
            </a:rPr>
            <a:t>Request sent to vendors asking for price quotations.</a:t>
          </a:r>
        </a:p>
        <a:p>
          <a:pPr algn="l"/>
          <a:endParaRPr lang="en-IN" sz="1100" dirty="0">
            <a:solidFill>
              <a:schemeClr val="tx2">
                <a:lumMod val="75000"/>
              </a:schemeClr>
            </a:solidFill>
          </a:endParaRPr>
        </a:p>
        <a:p>
          <a:pPr algn="l">
            <a:buFont typeface="Arial" panose="020B0604020202020204" pitchFamily="34" charset="0"/>
            <a:buChar char="•"/>
          </a:pPr>
          <a:r>
            <a:rPr lang="en-IN" sz="1100" dirty="0">
              <a:solidFill>
                <a:schemeClr val="tx2">
                  <a:lumMod val="75000"/>
                </a:schemeClr>
              </a:solidFill>
            </a:rPr>
            <a:t>- Used to compare pricing from multiple suppliers. </a:t>
          </a:r>
        </a:p>
        <a:p>
          <a:pPr algn="l">
            <a:buFont typeface="Arial" panose="020B0604020202020204" pitchFamily="34" charset="0"/>
            <a:buChar char="•"/>
          </a:pPr>
          <a:r>
            <a:rPr lang="en-IN" sz="1100" dirty="0">
              <a:solidFill>
                <a:schemeClr val="tx2">
                  <a:lumMod val="75000"/>
                </a:schemeClr>
              </a:solidFill>
            </a:rPr>
            <a:t>- Helps identify the most competitive offer. </a:t>
          </a:r>
        </a:p>
        <a:p>
          <a:pPr algn="l">
            <a:buFont typeface="Arial" panose="020B0604020202020204" pitchFamily="34" charset="0"/>
            <a:buChar char="•"/>
          </a:pPr>
          <a:r>
            <a:rPr lang="en-IN" sz="1100" dirty="0">
              <a:solidFill>
                <a:schemeClr val="tx2">
                  <a:lumMod val="75000"/>
                </a:schemeClr>
              </a:solidFill>
            </a:rPr>
            <a:t>- Supports fair and transparent vendor selection. </a:t>
          </a:r>
        </a:p>
        <a:p>
          <a:pPr algn="l">
            <a:buFont typeface="Arial" panose="020B0604020202020204" pitchFamily="34" charset="0"/>
            <a:buChar char="•"/>
          </a:pPr>
          <a:r>
            <a:rPr lang="en-IN" sz="1100" dirty="0">
              <a:solidFill>
                <a:schemeClr val="tx2">
                  <a:lumMod val="75000"/>
                </a:schemeClr>
              </a:solidFill>
            </a:rPr>
            <a:t>- Usually includes specifications and requirements. </a:t>
          </a:r>
        </a:p>
        <a:p>
          <a:pPr algn="l">
            <a:buFont typeface="Arial" panose="020B0604020202020204" pitchFamily="34" charset="0"/>
            <a:buChar char="•"/>
          </a:pPr>
          <a:r>
            <a:rPr lang="en-IN" sz="1100" dirty="0">
              <a:solidFill>
                <a:schemeClr val="tx2">
                  <a:lumMod val="75000"/>
                </a:schemeClr>
              </a:solidFill>
            </a:rPr>
            <a:t>- Commonly used for standard goods and services.</a:t>
          </a:r>
          <a:endParaRPr lang="en-US" sz="1100" dirty="0">
            <a:solidFill>
              <a:schemeClr val="tx2">
                <a:lumMod val="75000"/>
              </a:schemeClr>
            </a:solidFill>
            <a:latin typeface="+mn-lt"/>
            <a:ea typeface="+mn-ea"/>
            <a:cs typeface="+mn-cs"/>
          </a:endParaRPr>
        </a:p>
      </dgm:t>
    </dgm:pt>
    <dgm:pt modelId="{5C4BF94D-1911-5B41-8A46-8AAA541BB4AA}" type="parTrans" cxnId="{FD9B9117-BE8E-D748-8DD7-69018B616CFD}">
      <dgm:prSet/>
      <dgm:spPr/>
      <dgm:t>
        <a:bodyPr/>
        <a:lstStyle/>
        <a:p>
          <a:endParaRPr lang="en-US"/>
        </a:p>
      </dgm:t>
    </dgm:pt>
    <dgm:pt modelId="{4B7C9E4C-8ADA-1A49-8427-F5E35652F4DA}" type="sibTrans" cxnId="{FD9B9117-BE8E-D748-8DD7-69018B616CFD}">
      <dgm:prSet/>
      <dgm:spPr>
        <a:noFill/>
      </dgm:spPr>
      <dgm:t>
        <a:bodyPr/>
        <a:lstStyle/>
        <a:p>
          <a:endParaRPr lang="en-US" dirty="0"/>
        </a:p>
      </dgm:t>
    </dgm:pt>
    <dgm:pt modelId="{663AE87C-3120-D545-9404-15A46CC97D17}" type="pres">
      <dgm:prSet presAssocID="{32186C4F-AE93-774C-AA4F-E3626C3066AA}" presName="Name0" presStyleCnt="0">
        <dgm:presLayoutVars>
          <dgm:dir/>
          <dgm:resizeHandles val="exact"/>
        </dgm:presLayoutVars>
      </dgm:prSet>
      <dgm:spPr/>
    </dgm:pt>
    <dgm:pt modelId="{ED6A2469-8914-FC4F-B81F-0C94215B6999}" type="pres">
      <dgm:prSet presAssocID="{EE14A578-703F-3F40-A9FA-624B6440FB93}" presName="node" presStyleLbl="node1" presStyleIdx="0" presStyleCnt="3" custScaleX="124182" custScaleY="449965" custLinFactNeighborX="-226" custLinFactNeighborY="8024">
        <dgm:presLayoutVars>
          <dgm:bulletEnabled val="1"/>
        </dgm:presLayoutVars>
      </dgm:prSet>
      <dgm:spPr/>
    </dgm:pt>
    <dgm:pt modelId="{9A236BD0-A0A3-F54F-8BEA-221C2DD0F5F0}" type="pres">
      <dgm:prSet presAssocID="{E5FB335F-B727-D248-A4A8-F6B89E342347}" presName="sibTrans" presStyleLbl="sibTrans2D1" presStyleIdx="0" presStyleCnt="2" custFlipVert="1" custFlipHor="0" custScaleX="6216" custScaleY="5314"/>
      <dgm:spPr/>
    </dgm:pt>
    <dgm:pt modelId="{BF151036-A7BE-F144-A994-D9B1B8D90F17}" type="pres">
      <dgm:prSet presAssocID="{E5FB335F-B727-D248-A4A8-F6B89E342347}" presName="connectorText" presStyleLbl="sibTrans2D1" presStyleIdx="0" presStyleCnt="2"/>
      <dgm:spPr/>
    </dgm:pt>
    <dgm:pt modelId="{30F9EBF4-FEF1-154A-A841-AF3DD70E4367}" type="pres">
      <dgm:prSet presAssocID="{16AEC389-1D1C-4749-848D-448179051295}" presName="node" presStyleLbl="node1" presStyleIdx="1" presStyleCnt="3" custScaleX="124182" custScaleY="449526">
        <dgm:presLayoutVars>
          <dgm:bulletEnabled val="1"/>
        </dgm:presLayoutVars>
      </dgm:prSet>
      <dgm:spPr/>
    </dgm:pt>
    <dgm:pt modelId="{31682245-E345-7446-A8FF-7D43CFBD1D8C}" type="pres">
      <dgm:prSet presAssocID="{4B7C9E4C-8ADA-1A49-8427-F5E35652F4DA}" presName="sibTrans" presStyleLbl="sibTrans2D1" presStyleIdx="1" presStyleCnt="2" custFlipVert="1" custFlipHor="0" custScaleX="6216" custScaleY="5314"/>
      <dgm:spPr/>
    </dgm:pt>
    <dgm:pt modelId="{546DF0C0-ECB7-584C-ABB4-A3BE09A4D571}" type="pres">
      <dgm:prSet presAssocID="{4B7C9E4C-8ADA-1A49-8427-F5E35652F4DA}" presName="connectorText" presStyleLbl="sibTrans2D1" presStyleIdx="1" presStyleCnt="2"/>
      <dgm:spPr/>
    </dgm:pt>
    <dgm:pt modelId="{39487587-DE00-3B48-98FE-859047E3FDF0}" type="pres">
      <dgm:prSet presAssocID="{1BE62C62-4A78-E747-AC94-B2631B8B1105}" presName="node" presStyleLbl="node1" presStyleIdx="2" presStyleCnt="3" custScaleX="124182" custScaleY="449526" custLinFactNeighborX="-174" custLinFactNeighborY="-2756">
        <dgm:presLayoutVars>
          <dgm:bulletEnabled val="1"/>
        </dgm:presLayoutVars>
      </dgm:prSet>
      <dgm:spPr/>
    </dgm:pt>
  </dgm:ptLst>
  <dgm:cxnLst>
    <dgm:cxn modelId="{A2719205-ED83-1F46-8BD0-AA13C1B1D9E5}" type="presOf" srcId="{4B7C9E4C-8ADA-1A49-8427-F5E35652F4DA}" destId="{31682245-E345-7446-A8FF-7D43CFBD1D8C}" srcOrd="0" destOrd="0" presId="urn:microsoft.com/office/officeart/2005/8/layout/process1"/>
    <dgm:cxn modelId="{3BA78609-F9A2-2840-A7C3-C90BA8A75AEF}" srcId="{32186C4F-AE93-774C-AA4F-E3626C3066AA}" destId="{EE14A578-703F-3F40-A9FA-624B6440FB93}" srcOrd="0" destOrd="0" parTransId="{F0746D7E-7B74-0242-9903-6A0302634D02}" sibTransId="{E5FB335F-B727-D248-A4A8-F6B89E342347}"/>
    <dgm:cxn modelId="{FD9B9117-BE8E-D748-8DD7-69018B616CFD}" srcId="{32186C4F-AE93-774C-AA4F-E3626C3066AA}" destId="{16AEC389-1D1C-4749-848D-448179051295}" srcOrd="1" destOrd="0" parTransId="{5C4BF94D-1911-5B41-8A46-8AAA541BB4AA}" sibTransId="{4B7C9E4C-8ADA-1A49-8427-F5E35652F4DA}"/>
    <dgm:cxn modelId="{BC62A333-1842-4440-88F2-E5993B1F0648}" type="presOf" srcId="{16AEC389-1D1C-4749-848D-448179051295}" destId="{30F9EBF4-FEF1-154A-A841-AF3DD70E4367}" srcOrd="0" destOrd="0" presId="urn:microsoft.com/office/officeart/2005/8/layout/process1"/>
    <dgm:cxn modelId="{DCE1C26D-FDF0-B24C-82E3-5AE362F4BF6F}" srcId="{32186C4F-AE93-774C-AA4F-E3626C3066AA}" destId="{1BE62C62-4A78-E747-AC94-B2631B8B1105}" srcOrd="2" destOrd="0" parTransId="{427792A0-F801-3D42-981B-BBCCCFE0EE9A}" sibTransId="{EF211CAE-F30C-5C41-8EDA-654574D2787C}"/>
    <dgm:cxn modelId="{E2EB8499-D1BE-4D45-8CA6-2882E220B21A}" type="presOf" srcId="{E5FB335F-B727-D248-A4A8-F6B89E342347}" destId="{BF151036-A7BE-F144-A994-D9B1B8D90F17}" srcOrd="1" destOrd="0" presId="urn:microsoft.com/office/officeart/2005/8/layout/process1"/>
    <dgm:cxn modelId="{13F477A1-D6BE-8040-914E-7D209C0DEBC2}" type="presOf" srcId="{1BE62C62-4A78-E747-AC94-B2631B8B1105}" destId="{39487587-DE00-3B48-98FE-859047E3FDF0}" srcOrd="0" destOrd="0" presId="urn:microsoft.com/office/officeart/2005/8/layout/process1"/>
    <dgm:cxn modelId="{EB9F45A8-6B90-C548-8CE7-310F9ECC31CC}" type="presOf" srcId="{E5FB335F-B727-D248-A4A8-F6B89E342347}" destId="{9A236BD0-A0A3-F54F-8BEA-221C2DD0F5F0}" srcOrd="0" destOrd="0" presId="urn:microsoft.com/office/officeart/2005/8/layout/process1"/>
    <dgm:cxn modelId="{A49964BE-D96C-1746-95E2-F0DA5BFD8DEB}" type="presOf" srcId="{4B7C9E4C-8ADA-1A49-8427-F5E35652F4DA}" destId="{546DF0C0-ECB7-584C-ABB4-A3BE09A4D571}" srcOrd="1" destOrd="0" presId="urn:microsoft.com/office/officeart/2005/8/layout/process1"/>
    <dgm:cxn modelId="{40B5FFE1-5956-F243-9758-065E65BD2B06}" type="presOf" srcId="{32186C4F-AE93-774C-AA4F-E3626C3066AA}" destId="{663AE87C-3120-D545-9404-15A46CC97D17}" srcOrd="0" destOrd="0" presId="urn:microsoft.com/office/officeart/2005/8/layout/process1"/>
    <dgm:cxn modelId="{7E07B2F9-E756-2E46-865D-459FBAD481F2}" type="presOf" srcId="{EE14A578-703F-3F40-A9FA-624B6440FB93}" destId="{ED6A2469-8914-FC4F-B81F-0C94215B6999}" srcOrd="0" destOrd="0" presId="urn:microsoft.com/office/officeart/2005/8/layout/process1"/>
    <dgm:cxn modelId="{737B2AF8-4548-BB47-B44D-AF8C9BCA7EB9}" type="presParOf" srcId="{663AE87C-3120-D545-9404-15A46CC97D17}" destId="{ED6A2469-8914-FC4F-B81F-0C94215B6999}" srcOrd="0" destOrd="0" presId="urn:microsoft.com/office/officeart/2005/8/layout/process1"/>
    <dgm:cxn modelId="{D1B13348-0187-9549-AAAD-10A3B48A9C53}" type="presParOf" srcId="{663AE87C-3120-D545-9404-15A46CC97D17}" destId="{9A236BD0-A0A3-F54F-8BEA-221C2DD0F5F0}" srcOrd="1" destOrd="0" presId="urn:microsoft.com/office/officeart/2005/8/layout/process1"/>
    <dgm:cxn modelId="{66E68149-A98B-AD46-BF59-13CAAFC38193}" type="presParOf" srcId="{9A236BD0-A0A3-F54F-8BEA-221C2DD0F5F0}" destId="{BF151036-A7BE-F144-A994-D9B1B8D90F17}" srcOrd="0" destOrd="0" presId="urn:microsoft.com/office/officeart/2005/8/layout/process1"/>
    <dgm:cxn modelId="{D42BBC00-48F1-D745-B5FC-727DE6380DC1}" type="presParOf" srcId="{663AE87C-3120-D545-9404-15A46CC97D17}" destId="{30F9EBF4-FEF1-154A-A841-AF3DD70E4367}" srcOrd="2" destOrd="0" presId="urn:microsoft.com/office/officeart/2005/8/layout/process1"/>
    <dgm:cxn modelId="{0F7A04C1-00FB-9340-B7E9-9C5796CE375E}" type="presParOf" srcId="{663AE87C-3120-D545-9404-15A46CC97D17}" destId="{31682245-E345-7446-A8FF-7D43CFBD1D8C}" srcOrd="3" destOrd="0" presId="urn:microsoft.com/office/officeart/2005/8/layout/process1"/>
    <dgm:cxn modelId="{B9C551B9-906A-2C4F-9D01-4B4E98B0D9CB}" type="presParOf" srcId="{31682245-E345-7446-A8FF-7D43CFBD1D8C}" destId="{546DF0C0-ECB7-584C-ABB4-A3BE09A4D571}" srcOrd="0" destOrd="0" presId="urn:microsoft.com/office/officeart/2005/8/layout/process1"/>
    <dgm:cxn modelId="{E35DC3E5-2157-E043-A61E-9A45645A5E55}" type="presParOf" srcId="{663AE87C-3120-D545-9404-15A46CC97D17}" destId="{39487587-DE00-3B48-98FE-859047E3FDF0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2186C4F-AE93-774C-AA4F-E3626C3066AA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E14A578-703F-3F40-A9FA-624B6440FB93}">
      <dgm:prSet phldrT="[Text]" custT="1"/>
      <dgm:spPr>
        <a:ln>
          <a:noFill/>
        </a:ln>
      </dgm:spPr>
      <dgm:t>
        <a:bodyPr/>
        <a:lstStyle/>
        <a:p>
          <a:pPr algn="ctr"/>
          <a:r>
            <a:rPr lang="en-US" sz="1400" b="1" dirty="0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+mn-cs"/>
            </a:rPr>
            <a:t>Payment Terms</a:t>
          </a:r>
        </a:p>
        <a:p>
          <a:pPr algn="l"/>
          <a:r>
            <a:rPr lang="en-IN" sz="1100" b="1" dirty="0">
              <a:solidFill>
                <a:schemeClr val="tx1">
                  <a:lumMod val="75000"/>
                  <a:lumOff val="25000"/>
                </a:schemeClr>
              </a:solidFill>
            </a:rPr>
            <a:t>Agreed conditions and timeline for making payment to a vendor.</a:t>
          </a:r>
        </a:p>
        <a:p>
          <a:pPr algn="l"/>
          <a:endParaRPr lang="en-IN" sz="1100" dirty="0">
            <a:solidFill>
              <a:schemeClr val="tx1">
                <a:lumMod val="75000"/>
                <a:lumOff val="25000"/>
              </a:schemeClr>
            </a:solidFill>
          </a:endParaRPr>
        </a:p>
        <a:p>
          <a:pPr algn="l">
            <a:buFont typeface="Arial" panose="020B0604020202020204" pitchFamily="34" charset="0"/>
            <a:buChar char="•"/>
          </a:pPr>
          <a:r>
            <a:rPr lang="en-IN" sz="1100" dirty="0">
              <a:solidFill>
                <a:schemeClr val="tx1">
                  <a:lumMod val="75000"/>
                  <a:lumOff val="25000"/>
                </a:schemeClr>
              </a:solidFill>
            </a:rPr>
            <a:t>- Defines when payment becomes due. </a:t>
          </a:r>
        </a:p>
        <a:p>
          <a:pPr algn="l">
            <a:buFont typeface="Arial" panose="020B0604020202020204" pitchFamily="34" charset="0"/>
            <a:buChar char="•"/>
          </a:pPr>
          <a:r>
            <a:rPr lang="en-IN" sz="1100" dirty="0">
              <a:solidFill>
                <a:schemeClr val="tx1">
                  <a:lumMod val="75000"/>
                  <a:lumOff val="25000"/>
                </a:schemeClr>
              </a:solidFill>
            </a:rPr>
            <a:t>- May include credit periods such as Net 30 or Net 60. </a:t>
          </a:r>
        </a:p>
        <a:p>
          <a:pPr algn="l">
            <a:buFont typeface="Arial" panose="020B0604020202020204" pitchFamily="34" charset="0"/>
            <a:buChar char="•"/>
          </a:pPr>
          <a:r>
            <a:rPr lang="en-IN" sz="1100" dirty="0">
              <a:solidFill>
                <a:schemeClr val="tx1">
                  <a:lumMod val="75000"/>
                  <a:lumOff val="25000"/>
                </a:schemeClr>
              </a:solidFill>
            </a:rPr>
            <a:t>- Can include advance or milestone-based payments. </a:t>
          </a:r>
        </a:p>
        <a:p>
          <a:pPr algn="l">
            <a:buFont typeface="Arial" panose="020B0604020202020204" pitchFamily="34" charset="0"/>
            <a:buChar char="•"/>
          </a:pPr>
          <a:r>
            <a:rPr lang="en-IN" sz="1100" dirty="0">
              <a:solidFill>
                <a:schemeClr val="tx1">
                  <a:lumMod val="75000"/>
                  <a:lumOff val="25000"/>
                </a:schemeClr>
              </a:solidFill>
            </a:rPr>
            <a:t>- Impacts cash flow and supplier relationships. </a:t>
          </a:r>
        </a:p>
        <a:p>
          <a:pPr algn="l">
            <a:buFont typeface="Arial" panose="020B0604020202020204" pitchFamily="34" charset="0"/>
            <a:buChar char="•"/>
          </a:pPr>
          <a:r>
            <a:rPr lang="en-IN" sz="1100" dirty="0">
              <a:solidFill>
                <a:schemeClr val="tx1">
                  <a:lumMod val="75000"/>
                  <a:lumOff val="25000"/>
                </a:schemeClr>
              </a:solidFill>
            </a:rPr>
            <a:t>- Must be agreed upon before procurement is finalized. </a:t>
          </a:r>
          <a:endParaRPr lang="en-US" sz="1100" dirty="0">
            <a:solidFill>
              <a:schemeClr val="tx1">
                <a:lumMod val="75000"/>
                <a:lumOff val="25000"/>
              </a:schemeClr>
            </a:solidFill>
            <a:latin typeface="+mn-lt"/>
            <a:ea typeface="+mn-ea"/>
            <a:cs typeface="+mn-cs"/>
          </a:endParaRPr>
        </a:p>
      </dgm:t>
    </dgm:pt>
    <dgm:pt modelId="{F0746D7E-7B74-0242-9903-6A0302634D02}" type="parTrans" cxnId="{3BA78609-F9A2-2840-A7C3-C90BA8A75AEF}">
      <dgm:prSet/>
      <dgm:spPr/>
      <dgm:t>
        <a:bodyPr/>
        <a:lstStyle/>
        <a:p>
          <a:endParaRPr lang="en-US"/>
        </a:p>
      </dgm:t>
    </dgm:pt>
    <dgm:pt modelId="{E5FB335F-B727-D248-A4A8-F6B89E342347}" type="sibTrans" cxnId="{3BA78609-F9A2-2840-A7C3-C90BA8A75AEF}">
      <dgm:prSet/>
      <dgm:spPr>
        <a:noFill/>
      </dgm:spPr>
      <dgm:t>
        <a:bodyPr/>
        <a:lstStyle/>
        <a:p>
          <a:endParaRPr lang="en-US" dirty="0"/>
        </a:p>
      </dgm:t>
    </dgm:pt>
    <dgm:pt modelId="{1BE62C62-4A78-E747-AC94-B2631B8B1105}">
      <dgm:prSet phldrT="[Text]" custT="1"/>
      <dgm:spPr>
        <a:ln>
          <a:noFill/>
        </a:ln>
      </dgm:spPr>
      <dgm:t>
        <a:bodyPr/>
        <a:lstStyle/>
        <a:p>
          <a:pPr algn="ctr"/>
          <a:endParaRPr lang="en-US" sz="1400" b="1" dirty="0">
            <a:solidFill>
              <a:schemeClr val="accent1">
                <a:lumMod val="25000"/>
              </a:schemeClr>
            </a:solidFill>
            <a:latin typeface="+mn-lt"/>
            <a:ea typeface="+mn-ea"/>
            <a:cs typeface="+mn-cs"/>
          </a:endParaRPr>
        </a:p>
        <a:p>
          <a:pPr algn="ctr"/>
          <a:r>
            <a:rPr lang="en-US" sz="1400" b="1" dirty="0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+mn-cs"/>
            </a:rPr>
            <a:t>Vendor Master </a:t>
          </a:r>
        </a:p>
        <a:p>
          <a:pPr algn="l"/>
          <a:r>
            <a:rPr lang="en-IN" sz="1100" b="1" dirty="0">
              <a:solidFill>
                <a:schemeClr val="tx1">
                  <a:lumMod val="75000"/>
                  <a:lumOff val="25000"/>
                </a:schemeClr>
              </a:solidFill>
            </a:rPr>
            <a:t>Central repository containing vendor information.</a:t>
          </a:r>
        </a:p>
        <a:p>
          <a:pPr algn="l"/>
          <a:endParaRPr lang="en-IN" sz="1100" dirty="0">
            <a:solidFill>
              <a:schemeClr val="tx1">
                <a:lumMod val="75000"/>
                <a:lumOff val="25000"/>
              </a:schemeClr>
            </a:solidFill>
          </a:endParaRPr>
        </a:p>
        <a:p>
          <a:pPr algn="l">
            <a:buFont typeface="Arial" panose="020B0604020202020204" pitchFamily="34" charset="0"/>
            <a:buChar char="•"/>
          </a:pPr>
          <a:r>
            <a:rPr lang="en-IN" sz="1100" dirty="0">
              <a:solidFill>
                <a:schemeClr val="tx1">
                  <a:lumMod val="75000"/>
                  <a:lumOff val="25000"/>
                </a:schemeClr>
              </a:solidFill>
            </a:rPr>
            <a:t>- Stores vendor details, addresses, and payment information. </a:t>
          </a:r>
        </a:p>
        <a:p>
          <a:pPr algn="l">
            <a:buFont typeface="Arial" panose="020B0604020202020204" pitchFamily="34" charset="0"/>
            <a:buChar char="•"/>
          </a:pPr>
          <a:r>
            <a:rPr lang="en-IN" sz="1100" dirty="0">
              <a:solidFill>
                <a:schemeClr val="tx1">
                  <a:lumMod val="75000"/>
                  <a:lumOff val="25000"/>
                </a:schemeClr>
              </a:solidFill>
            </a:rPr>
            <a:t>- Used across procurement and finance processes. </a:t>
          </a:r>
        </a:p>
        <a:p>
          <a:pPr algn="l">
            <a:buFont typeface="Arial" panose="020B0604020202020204" pitchFamily="34" charset="0"/>
            <a:buChar char="•"/>
          </a:pPr>
          <a:r>
            <a:rPr lang="en-IN" sz="1100" dirty="0">
              <a:solidFill>
                <a:schemeClr val="tx1">
                  <a:lumMod val="75000"/>
                  <a:lumOff val="25000"/>
                </a:schemeClr>
              </a:solidFill>
            </a:rPr>
            <a:t>- Ensures consistent vendor records. </a:t>
          </a:r>
        </a:p>
        <a:p>
          <a:pPr algn="l">
            <a:buFont typeface="Arial" panose="020B0604020202020204" pitchFamily="34" charset="0"/>
            <a:buChar char="•"/>
          </a:pPr>
          <a:r>
            <a:rPr lang="en-IN" sz="1100" dirty="0">
              <a:solidFill>
                <a:schemeClr val="tx1">
                  <a:lumMod val="75000"/>
                  <a:lumOff val="25000"/>
                </a:schemeClr>
              </a:solidFill>
            </a:rPr>
            <a:t>- Supports efficient purchase and payment processing. </a:t>
          </a:r>
        </a:p>
        <a:p>
          <a:pPr algn="l">
            <a:buFont typeface="Arial" panose="020B0604020202020204" pitchFamily="34" charset="0"/>
            <a:buChar char="•"/>
          </a:pPr>
          <a:r>
            <a:rPr lang="en-IN" sz="1100" dirty="0">
              <a:solidFill>
                <a:schemeClr val="tx1">
                  <a:lumMod val="75000"/>
                  <a:lumOff val="25000"/>
                </a:schemeClr>
              </a:solidFill>
            </a:rPr>
            <a:t>- Requires periodic review to maintain data accuracy.</a:t>
          </a:r>
          <a:endParaRPr lang="en-US" sz="1100" dirty="0">
            <a:solidFill>
              <a:schemeClr val="tx1">
                <a:lumMod val="75000"/>
                <a:lumOff val="25000"/>
              </a:schemeClr>
            </a:solidFill>
            <a:latin typeface="+mn-lt"/>
            <a:ea typeface="+mn-ea"/>
            <a:cs typeface="+mn-cs"/>
          </a:endParaRPr>
        </a:p>
      </dgm:t>
    </dgm:pt>
    <dgm:pt modelId="{427792A0-F801-3D42-981B-BBCCCFE0EE9A}" type="parTrans" cxnId="{DCE1C26D-FDF0-B24C-82E3-5AE362F4BF6F}">
      <dgm:prSet/>
      <dgm:spPr/>
      <dgm:t>
        <a:bodyPr/>
        <a:lstStyle/>
        <a:p>
          <a:endParaRPr lang="en-US"/>
        </a:p>
      </dgm:t>
    </dgm:pt>
    <dgm:pt modelId="{EF211CAE-F30C-5C41-8EDA-654574D2787C}" type="sibTrans" cxnId="{DCE1C26D-FDF0-B24C-82E3-5AE362F4BF6F}">
      <dgm:prSet/>
      <dgm:spPr/>
      <dgm:t>
        <a:bodyPr/>
        <a:lstStyle/>
        <a:p>
          <a:endParaRPr lang="en-US"/>
        </a:p>
      </dgm:t>
    </dgm:pt>
    <dgm:pt modelId="{16AEC389-1D1C-4749-848D-448179051295}">
      <dgm:prSet custT="1"/>
      <dgm:spPr>
        <a:ln>
          <a:noFill/>
        </a:ln>
      </dgm:spPr>
      <dgm:t>
        <a:bodyPr/>
        <a:lstStyle/>
        <a:p>
          <a:pPr algn="ctr"/>
          <a:r>
            <a:rPr lang="en-US" sz="1400" b="1" dirty="0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+mn-cs"/>
            </a:rPr>
            <a:t>3-Way Matching</a:t>
          </a:r>
        </a:p>
        <a:p>
          <a:pPr algn="l"/>
          <a:r>
            <a:rPr lang="en-IN" sz="1100" b="1" dirty="0">
              <a:solidFill>
                <a:schemeClr val="tx1">
                  <a:lumMod val="75000"/>
                  <a:lumOff val="25000"/>
                </a:schemeClr>
              </a:solidFill>
            </a:rPr>
            <a:t>Process of matching the PO, GRN, and Invoice before payment.</a:t>
          </a:r>
        </a:p>
        <a:p>
          <a:pPr algn="l"/>
          <a:endParaRPr lang="en-IN" sz="1100" dirty="0">
            <a:solidFill>
              <a:schemeClr val="tx1">
                <a:lumMod val="75000"/>
                <a:lumOff val="25000"/>
              </a:schemeClr>
            </a:solidFill>
          </a:endParaRPr>
        </a:p>
        <a:p>
          <a:pPr algn="l">
            <a:buFont typeface="Arial" panose="020B0604020202020204" pitchFamily="34" charset="0"/>
            <a:buChar char="•"/>
          </a:pPr>
          <a:r>
            <a:rPr lang="en-IN" sz="1100" dirty="0">
              <a:solidFill>
                <a:schemeClr val="tx1">
                  <a:lumMod val="75000"/>
                  <a:lumOff val="25000"/>
                </a:schemeClr>
              </a:solidFill>
            </a:rPr>
            <a:t>- Ensures the correct goods were ordered and received. </a:t>
          </a:r>
        </a:p>
        <a:p>
          <a:pPr algn="l">
            <a:buFont typeface="Arial" panose="020B0604020202020204" pitchFamily="34" charset="0"/>
            <a:buChar char="•"/>
          </a:pPr>
          <a:r>
            <a:rPr lang="en-IN" sz="1100" dirty="0">
              <a:solidFill>
                <a:schemeClr val="tx1">
                  <a:lumMod val="75000"/>
                  <a:lumOff val="25000"/>
                </a:schemeClr>
              </a:solidFill>
            </a:rPr>
            <a:t>- Verifies invoice accuracy. </a:t>
          </a:r>
        </a:p>
        <a:p>
          <a:pPr algn="l">
            <a:buFont typeface="Arial" panose="020B0604020202020204" pitchFamily="34" charset="0"/>
            <a:buChar char="•"/>
          </a:pPr>
          <a:r>
            <a:rPr lang="en-IN" sz="1100" dirty="0">
              <a:solidFill>
                <a:schemeClr val="tx1">
                  <a:lumMod val="75000"/>
                  <a:lumOff val="25000"/>
                </a:schemeClr>
              </a:solidFill>
            </a:rPr>
            <a:t>- Prevents duplicate or incorrect payments. </a:t>
          </a:r>
        </a:p>
        <a:p>
          <a:pPr algn="l">
            <a:buFont typeface="Arial" panose="020B0604020202020204" pitchFamily="34" charset="0"/>
            <a:buChar char="•"/>
          </a:pPr>
          <a:r>
            <a:rPr lang="en-IN" sz="1100" dirty="0">
              <a:solidFill>
                <a:schemeClr val="tx1">
                  <a:lumMod val="75000"/>
                  <a:lumOff val="25000"/>
                </a:schemeClr>
              </a:solidFill>
            </a:rPr>
            <a:t>- Key control in the P2P cycle. </a:t>
          </a:r>
        </a:p>
        <a:p>
          <a:pPr algn="l">
            <a:buFont typeface="Arial" panose="020B0604020202020204" pitchFamily="34" charset="0"/>
            <a:buChar char="•"/>
          </a:pPr>
          <a:r>
            <a:rPr lang="en-IN" sz="1100" dirty="0">
              <a:solidFill>
                <a:schemeClr val="tx1">
                  <a:lumMod val="75000"/>
                  <a:lumOff val="25000"/>
                </a:schemeClr>
              </a:solidFill>
            </a:rPr>
            <a:t>Reduces fraud and payment errors.</a:t>
          </a:r>
          <a:endParaRPr lang="en-US" sz="1100" dirty="0">
            <a:solidFill>
              <a:schemeClr val="tx1">
                <a:lumMod val="75000"/>
                <a:lumOff val="25000"/>
              </a:schemeClr>
            </a:solidFill>
            <a:latin typeface="+mn-lt"/>
            <a:ea typeface="+mn-ea"/>
            <a:cs typeface="+mn-cs"/>
          </a:endParaRPr>
        </a:p>
      </dgm:t>
    </dgm:pt>
    <dgm:pt modelId="{5C4BF94D-1911-5B41-8A46-8AAA541BB4AA}" type="parTrans" cxnId="{FD9B9117-BE8E-D748-8DD7-69018B616CFD}">
      <dgm:prSet/>
      <dgm:spPr/>
      <dgm:t>
        <a:bodyPr/>
        <a:lstStyle/>
        <a:p>
          <a:endParaRPr lang="en-US"/>
        </a:p>
      </dgm:t>
    </dgm:pt>
    <dgm:pt modelId="{4B7C9E4C-8ADA-1A49-8427-F5E35652F4DA}" type="sibTrans" cxnId="{FD9B9117-BE8E-D748-8DD7-69018B616CFD}">
      <dgm:prSet/>
      <dgm:spPr>
        <a:noFill/>
      </dgm:spPr>
      <dgm:t>
        <a:bodyPr/>
        <a:lstStyle/>
        <a:p>
          <a:endParaRPr lang="en-US" dirty="0"/>
        </a:p>
      </dgm:t>
    </dgm:pt>
    <dgm:pt modelId="{663AE87C-3120-D545-9404-15A46CC97D17}" type="pres">
      <dgm:prSet presAssocID="{32186C4F-AE93-774C-AA4F-E3626C3066AA}" presName="Name0" presStyleCnt="0">
        <dgm:presLayoutVars>
          <dgm:dir/>
          <dgm:resizeHandles val="exact"/>
        </dgm:presLayoutVars>
      </dgm:prSet>
      <dgm:spPr/>
    </dgm:pt>
    <dgm:pt modelId="{ED6A2469-8914-FC4F-B81F-0C94215B6999}" type="pres">
      <dgm:prSet presAssocID="{EE14A578-703F-3F40-A9FA-624B6440FB93}" presName="node" presStyleLbl="node1" presStyleIdx="0" presStyleCnt="3" custScaleX="124182" custScaleY="449965" custLinFactNeighborX="-226" custLinFactNeighborY="8024">
        <dgm:presLayoutVars>
          <dgm:bulletEnabled val="1"/>
        </dgm:presLayoutVars>
      </dgm:prSet>
      <dgm:spPr/>
    </dgm:pt>
    <dgm:pt modelId="{9A236BD0-A0A3-F54F-8BEA-221C2DD0F5F0}" type="pres">
      <dgm:prSet presAssocID="{E5FB335F-B727-D248-A4A8-F6B89E342347}" presName="sibTrans" presStyleLbl="sibTrans2D1" presStyleIdx="0" presStyleCnt="2" custFlipVert="1" custFlipHor="0" custScaleX="6216" custScaleY="5314"/>
      <dgm:spPr/>
    </dgm:pt>
    <dgm:pt modelId="{BF151036-A7BE-F144-A994-D9B1B8D90F17}" type="pres">
      <dgm:prSet presAssocID="{E5FB335F-B727-D248-A4A8-F6B89E342347}" presName="connectorText" presStyleLbl="sibTrans2D1" presStyleIdx="0" presStyleCnt="2"/>
      <dgm:spPr/>
    </dgm:pt>
    <dgm:pt modelId="{30F9EBF4-FEF1-154A-A841-AF3DD70E4367}" type="pres">
      <dgm:prSet presAssocID="{16AEC389-1D1C-4749-848D-448179051295}" presName="node" presStyleLbl="node1" presStyleIdx="1" presStyleCnt="3" custScaleX="124182" custScaleY="449526">
        <dgm:presLayoutVars>
          <dgm:bulletEnabled val="1"/>
        </dgm:presLayoutVars>
      </dgm:prSet>
      <dgm:spPr/>
    </dgm:pt>
    <dgm:pt modelId="{31682245-E345-7446-A8FF-7D43CFBD1D8C}" type="pres">
      <dgm:prSet presAssocID="{4B7C9E4C-8ADA-1A49-8427-F5E35652F4DA}" presName="sibTrans" presStyleLbl="sibTrans2D1" presStyleIdx="1" presStyleCnt="2" custFlipVert="1" custFlipHor="0" custScaleX="6216" custScaleY="5314"/>
      <dgm:spPr/>
    </dgm:pt>
    <dgm:pt modelId="{546DF0C0-ECB7-584C-ABB4-A3BE09A4D571}" type="pres">
      <dgm:prSet presAssocID="{4B7C9E4C-8ADA-1A49-8427-F5E35652F4DA}" presName="connectorText" presStyleLbl="sibTrans2D1" presStyleIdx="1" presStyleCnt="2"/>
      <dgm:spPr/>
    </dgm:pt>
    <dgm:pt modelId="{39487587-DE00-3B48-98FE-859047E3FDF0}" type="pres">
      <dgm:prSet presAssocID="{1BE62C62-4A78-E747-AC94-B2631B8B1105}" presName="node" presStyleLbl="node1" presStyleIdx="2" presStyleCnt="3" custScaleX="124182" custScaleY="449526" custLinFactNeighborX="-174" custLinFactNeighborY="-2756">
        <dgm:presLayoutVars>
          <dgm:bulletEnabled val="1"/>
        </dgm:presLayoutVars>
      </dgm:prSet>
      <dgm:spPr/>
    </dgm:pt>
  </dgm:ptLst>
  <dgm:cxnLst>
    <dgm:cxn modelId="{A2719205-ED83-1F46-8BD0-AA13C1B1D9E5}" type="presOf" srcId="{4B7C9E4C-8ADA-1A49-8427-F5E35652F4DA}" destId="{31682245-E345-7446-A8FF-7D43CFBD1D8C}" srcOrd="0" destOrd="0" presId="urn:microsoft.com/office/officeart/2005/8/layout/process1"/>
    <dgm:cxn modelId="{3BA78609-F9A2-2840-A7C3-C90BA8A75AEF}" srcId="{32186C4F-AE93-774C-AA4F-E3626C3066AA}" destId="{EE14A578-703F-3F40-A9FA-624B6440FB93}" srcOrd="0" destOrd="0" parTransId="{F0746D7E-7B74-0242-9903-6A0302634D02}" sibTransId="{E5FB335F-B727-D248-A4A8-F6B89E342347}"/>
    <dgm:cxn modelId="{FD9B9117-BE8E-D748-8DD7-69018B616CFD}" srcId="{32186C4F-AE93-774C-AA4F-E3626C3066AA}" destId="{16AEC389-1D1C-4749-848D-448179051295}" srcOrd="1" destOrd="0" parTransId="{5C4BF94D-1911-5B41-8A46-8AAA541BB4AA}" sibTransId="{4B7C9E4C-8ADA-1A49-8427-F5E35652F4DA}"/>
    <dgm:cxn modelId="{BC62A333-1842-4440-88F2-E5993B1F0648}" type="presOf" srcId="{16AEC389-1D1C-4749-848D-448179051295}" destId="{30F9EBF4-FEF1-154A-A841-AF3DD70E4367}" srcOrd="0" destOrd="0" presId="urn:microsoft.com/office/officeart/2005/8/layout/process1"/>
    <dgm:cxn modelId="{DCE1C26D-FDF0-B24C-82E3-5AE362F4BF6F}" srcId="{32186C4F-AE93-774C-AA4F-E3626C3066AA}" destId="{1BE62C62-4A78-E747-AC94-B2631B8B1105}" srcOrd="2" destOrd="0" parTransId="{427792A0-F801-3D42-981B-BBCCCFE0EE9A}" sibTransId="{EF211CAE-F30C-5C41-8EDA-654574D2787C}"/>
    <dgm:cxn modelId="{E2EB8499-D1BE-4D45-8CA6-2882E220B21A}" type="presOf" srcId="{E5FB335F-B727-D248-A4A8-F6B89E342347}" destId="{BF151036-A7BE-F144-A994-D9B1B8D90F17}" srcOrd="1" destOrd="0" presId="urn:microsoft.com/office/officeart/2005/8/layout/process1"/>
    <dgm:cxn modelId="{13F477A1-D6BE-8040-914E-7D209C0DEBC2}" type="presOf" srcId="{1BE62C62-4A78-E747-AC94-B2631B8B1105}" destId="{39487587-DE00-3B48-98FE-859047E3FDF0}" srcOrd="0" destOrd="0" presId="urn:microsoft.com/office/officeart/2005/8/layout/process1"/>
    <dgm:cxn modelId="{EB9F45A8-6B90-C548-8CE7-310F9ECC31CC}" type="presOf" srcId="{E5FB335F-B727-D248-A4A8-F6B89E342347}" destId="{9A236BD0-A0A3-F54F-8BEA-221C2DD0F5F0}" srcOrd="0" destOrd="0" presId="urn:microsoft.com/office/officeart/2005/8/layout/process1"/>
    <dgm:cxn modelId="{A49964BE-D96C-1746-95E2-F0DA5BFD8DEB}" type="presOf" srcId="{4B7C9E4C-8ADA-1A49-8427-F5E35652F4DA}" destId="{546DF0C0-ECB7-584C-ABB4-A3BE09A4D571}" srcOrd="1" destOrd="0" presId="urn:microsoft.com/office/officeart/2005/8/layout/process1"/>
    <dgm:cxn modelId="{40B5FFE1-5956-F243-9758-065E65BD2B06}" type="presOf" srcId="{32186C4F-AE93-774C-AA4F-E3626C3066AA}" destId="{663AE87C-3120-D545-9404-15A46CC97D17}" srcOrd="0" destOrd="0" presId="urn:microsoft.com/office/officeart/2005/8/layout/process1"/>
    <dgm:cxn modelId="{7E07B2F9-E756-2E46-865D-459FBAD481F2}" type="presOf" srcId="{EE14A578-703F-3F40-A9FA-624B6440FB93}" destId="{ED6A2469-8914-FC4F-B81F-0C94215B6999}" srcOrd="0" destOrd="0" presId="urn:microsoft.com/office/officeart/2005/8/layout/process1"/>
    <dgm:cxn modelId="{737B2AF8-4548-BB47-B44D-AF8C9BCA7EB9}" type="presParOf" srcId="{663AE87C-3120-D545-9404-15A46CC97D17}" destId="{ED6A2469-8914-FC4F-B81F-0C94215B6999}" srcOrd="0" destOrd="0" presId="urn:microsoft.com/office/officeart/2005/8/layout/process1"/>
    <dgm:cxn modelId="{D1B13348-0187-9549-AAAD-10A3B48A9C53}" type="presParOf" srcId="{663AE87C-3120-D545-9404-15A46CC97D17}" destId="{9A236BD0-A0A3-F54F-8BEA-221C2DD0F5F0}" srcOrd="1" destOrd="0" presId="urn:microsoft.com/office/officeart/2005/8/layout/process1"/>
    <dgm:cxn modelId="{66E68149-A98B-AD46-BF59-13CAAFC38193}" type="presParOf" srcId="{9A236BD0-A0A3-F54F-8BEA-221C2DD0F5F0}" destId="{BF151036-A7BE-F144-A994-D9B1B8D90F17}" srcOrd="0" destOrd="0" presId="urn:microsoft.com/office/officeart/2005/8/layout/process1"/>
    <dgm:cxn modelId="{D42BBC00-48F1-D745-B5FC-727DE6380DC1}" type="presParOf" srcId="{663AE87C-3120-D545-9404-15A46CC97D17}" destId="{30F9EBF4-FEF1-154A-A841-AF3DD70E4367}" srcOrd="2" destOrd="0" presId="urn:microsoft.com/office/officeart/2005/8/layout/process1"/>
    <dgm:cxn modelId="{0F7A04C1-00FB-9340-B7E9-9C5796CE375E}" type="presParOf" srcId="{663AE87C-3120-D545-9404-15A46CC97D17}" destId="{31682245-E345-7446-A8FF-7D43CFBD1D8C}" srcOrd="3" destOrd="0" presId="urn:microsoft.com/office/officeart/2005/8/layout/process1"/>
    <dgm:cxn modelId="{B9C551B9-906A-2C4F-9D01-4B4E98B0D9CB}" type="presParOf" srcId="{31682245-E345-7446-A8FF-7D43CFBD1D8C}" destId="{546DF0C0-ECB7-584C-ABB4-A3BE09A4D571}" srcOrd="0" destOrd="0" presId="urn:microsoft.com/office/officeart/2005/8/layout/process1"/>
    <dgm:cxn modelId="{E35DC3E5-2157-E043-A61E-9A45645A5E55}" type="presParOf" srcId="{663AE87C-3120-D545-9404-15A46CC97D17}" destId="{39487587-DE00-3B48-98FE-859047E3FDF0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6A2469-8914-FC4F-B81F-0C94215B6999}">
      <dsp:nvSpPr>
        <dsp:cNvPr id="0" name=""/>
        <dsp:cNvSpPr/>
      </dsp:nvSpPr>
      <dsp:spPr>
        <a:xfrm>
          <a:off x="0" y="0"/>
          <a:ext cx="2872409" cy="45704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1" kern="1200" dirty="0">
            <a:solidFill>
              <a:schemeClr val="accent1">
                <a:lumMod val="25000"/>
              </a:schemeClr>
            </a:solidFill>
            <a:latin typeface="+mn-lt"/>
            <a:ea typeface="+mn-ea"/>
            <a:cs typeface="+mn-cs"/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1" kern="1200" dirty="0">
            <a:solidFill>
              <a:schemeClr val="accent1">
                <a:lumMod val="25000"/>
              </a:schemeClr>
            </a:solidFill>
            <a:latin typeface="+mn-lt"/>
            <a:ea typeface="+mn-ea"/>
            <a:cs typeface="+mn-cs"/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1" kern="1200" dirty="0">
            <a:solidFill>
              <a:schemeClr val="accent1">
                <a:lumMod val="25000"/>
              </a:schemeClr>
            </a:solidFill>
            <a:latin typeface="+mn-lt"/>
            <a:ea typeface="+mn-ea"/>
            <a:cs typeface="+mn-cs"/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+mn-cs"/>
            </a:rPr>
            <a:t>PO CASE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chemeClr val="tx1">
                  <a:lumMod val="75000"/>
                  <a:lumOff val="25000"/>
                </a:schemeClr>
              </a:solidFill>
            </a:rPr>
            <a:t>A procurement transaction where a Purchase Order is created before goods/services are purchased.</a:t>
          </a:r>
          <a:br>
            <a:rPr lang="en-US" sz="1100" kern="1200" dirty="0">
              <a:solidFill>
                <a:schemeClr val="tx1">
                  <a:lumMod val="75000"/>
                  <a:lumOff val="25000"/>
                </a:schemeClr>
              </a:solidFill>
            </a:rPr>
          </a:br>
          <a:endParaRPr lang="en-IN" sz="1100" kern="1200" dirty="0">
            <a:solidFill>
              <a:schemeClr val="tx1">
                <a:lumMod val="75000"/>
                <a:lumOff val="25000"/>
              </a:schemeClr>
            </a:solidFill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>
              <a:solidFill>
                <a:schemeClr val="tx1">
                  <a:lumMod val="75000"/>
                  <a:lumOff val="25000"/>
                </a:schemeClr>
              </a:solidFill>
            </a:rPr>
            <a:t>- Follows the standard procurement process.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>
              <a:solidFill>
                <a:schemeClr val="tx1">
                  <a:lumMod val="75000"/>
                  <a:lumOff val="25000"/>
                </a:schemeClr>
              </a:solidFill>
            </a:rPr>
            <a:t>- Requires approvals before the order is placed.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>
              <a:solidFill>
                <a:schemeClr val="tx1">
                  <a:lumMod val="75000"/>
                  <a:lumOff val="25000"/>
                </a:schemeClr>
              </a:solidFill>
            </a:rPr>
            <a:t>- Provides better control and tracking of purchases.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>
              <a:solidFill>
                <a:schemeClr val="tx1">
                  <a:lumMod val="75000"/>
                  <a:lumOff val="25000"/>
                </a:schemeClr>
              </a:solidFill>
            </a:rPr>
            <a:t>- Commonly used for inventory, equipment, and services.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>
              <a:solidFill>
                <a:schemeClr val="tx1">
                  <a:lumMod val="75000"/>
                  <a:lumOff val="25000"/>
                </a:schemeClr>
              </a:solidFill>
            </a:rPr>
            <a:t>- Helps ensure compliance with company policies.</a:t>
          </a:r>
          <a:br>
            <a:rPr lang="en-US" sz="1100" kern="1200" dirty="0">
              <a:solidFill>
                <a:schemeClr val="tx1">
                  <a:lumMod val="75000"/>
                  <a:lumOff val="25000"/>
                </a:schemeClr>
              </a:solidFill>
            </a:rPr>
          </a:br>
          <a:br>
            <a:rPr lang="en-US" sz="1100" kern="1200" dirty="0">
              <a:solidFill>
                <a:schemeClr val="tx1">
                  <a:lumMod val="75000"/>
                  <a:lumOff val="25000"/>
                </a:schemeClr>
              </a:solidFill>
            </a:rPr>
          </a:br>
          <a:br>
            <a:rPr lang="en-US" sz="1100" kern="1200" dirty="0">
              <a:solidFill>
                <a:schemeClr val="tx1">
                  <a:lumMod val="75000"/>
                  <a:lumOff val="25000"/>
                </a:schemeClr>
              </a:solidFill>
            </a:rPr>
          </a:br>
          <a:br>
            <a:rPr lang="en-US" sz="1100" kern="1200" dirty="0">
              <a:solidFill>
                <a:schemeClr val="tx1">
                  <a:lumMod val="75000"/>
                  <a:lumOff val="25000"/>
                </a:schemeClr>
              </a:solidFill>
            </a:rPr>
          </a:br>
          <a:endParaRPr lang="en-US" sz="1100" kern="1200" dirty="0">
            <a:solidFill>
              <a:schemeClr val="tx1">
                <a:lumMod val="75000"/>
                <a:lumOff val="25000"/>
              </a:schemeClr>
            </a:solidFill>
            <a:latin typeface="+mn-lt"/>
            <a:ea typeface="+mn-ea"/>
            <a:cs typeface="+mn-cs"/>
          </a:endParaRPr>
        </a:p>
      </dsp:txBody>
      <dsp:txXfrm>
        <a:off x="84130" y="84130"/>
        <a:ext cx="2704149" cy="4402153"/>
      </dsp:txXfrm>
    </dsp:sp>
    <dsp:sp modelId="{9A236BD0-A0A3-F54F-8BEA-221C2DD0F5F0}">
      <dsp:nvSpPr>
        <dsp:cNvPr id="0" name=""/>
        <dsp:cNvSpPr/>
      </dsp:nvSpPr>
      <dsp:spPr>
        <a:xfrm flipV="1">
          <a:off x="3336503" y="2269964"/>
          <a:ext cx="30669" cy="30483"/>
        </a:xfrm>
        <a:prstGeom prst="rightArrow">
          <a:avLst>
            <a:gd name="adj1" fmla="val 60000"/>
            <a:gd name="adj2" fmla="val 5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 rot="10800000">
        <a:off x="3336503" y="2276061"/>
        <a:ext cx="21524" cy="18289"/>
      </dsp:txXfrm>
    </dsp:sp>
    <dsp:sp modelId="{30F9EBF4-FEF1-154A-A841-AF3DD70E4367}">
      <dsp:nvSpPr>
        <dsp:cNvPr id="0" name=""/>
        <dsp:cNvSpPr/>
      </dsp:nvSpPr>
      <dsp:spPr>
        <a:xfrm>
          <a:off x="3803338" y="2229"/>
          <a:ext cx="2872409" cy="45659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+mn-cs"/>
            </a:rPr>
            <a:t>NON-PO CASES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chemeClr val="tx1">
                  <a:lumMod val="75000"/>
                  <a:lumOff val="25000"/>
                </a:schemeClr>
              </a:solidFill>
            </a:rPr>
            <a:t>A procurement transaction where payment is made without creating a Purchase Order.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>
            <a:solidFill>
              <a:schemeClr val="tx1">
                <a:lumMod val="75000"/>
                <a:lumOff val="25000"/>
              </a:schemeClr>
            </a:solidFill>
            <a:latin typeface="+mn-lt"/>
            <a:ea typeface="+mn-ea"/>
            <a:cs typeface="+mn-cs"/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>
              <a:solidFill>
                <a:schemeClr val="tx1">
                  <a:lumMod val="75000"/>
                  <a:lumOff val="25000"/>
                </a:schemeClr>
              </a:solidFill>
            </a:rPr>
            <a:t>- Usually used for recurring or unavoidable expenses.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>
              <a:solidFill>
                <a:schemeClr val="tx1">
                  <a:lumMod val="75000"/>
                  <a:lumOff val="25000"/>
                </a:schemeClr>
              </a:solidFill>
            </a:rPr>
            <a:t>- Examples include rent, utilities, taxes, and employee reimbursements.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>
              <a:solidFill>
                <a:schemeClr val="tx1">
                  <a:lumMod val="75000"/>
                  <a:lumOff val="25000"/>
                </a:schemeClr>
              </a:solidFill>
            </a:rPr>
            <a:t>- Typically follows a separate approval process. Requires proper supporting documentation.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>
              <a:solidFill>
                <a:schemeClr val="tx1">
                  <a:lumMod val="75000"/>
                  <a:lumOff val="25000"/>
                </a:schemeClr>
              </a:solidFill>
            </a:rPr>
            <a:t>- Higher monitoring is needed to prevent unauthorized spending.</a:t>
          </a:r>
          <a:endParaRPr lang="en-US" sz="1100" kern="1200" dirty="0">
            <a:solidFill>
              <a:schemeClr val="tx1">
                <a:lumMod val="75000"/>
                <a:lumOff val="25000"/>
              </a:schemeClr>
            </a:solidFill>
            <a:latin typeface="+mn-lt"/>
            <a:ea typeface="+mn-ea"/>
            <a:cs typeface="+mn-cs"/>
          </a:endParaRPr>
        </a:p>
      </dsp:txBody>
      <dsp:txXfrm>
        <a:off x="3887468" y="86359"/>
        <a:ext cx="2704149" cy="4397693"/>
      </dsp:txXfrm>
    </dsp:sp>
    <dsp:sp modelId="{31682245-E345-7446-A8FF-7D43CFBD1D8C}">
      <dsp:nvSpPr>
        <dsp:cNvPr id="0" name=""/>
        <dsp:cNvSpPr/>
      </dsp:nvSpPr>
      <dsp:spPr>
        <a:xfrm rot="2032" flipV="1">
          <a:off x="7124087" y="2268842"/>
          <a:ext cx="29628" cy="30483"/>
        </a:xfrm>
        <a:prstGeom prst="rightArrow">
          <a:avLst>
            <a:gd name="adj1" fmla="val 60000"/>
            <a:gd name="adj2" fmla="val 5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 rot="10800000">
        <a:off x="7124087" y="2274936"/>
        <a:ext cx="20740" cy="18289"/>
      </dsp:txXfrm>
    </dsp:sp>
    <dsp:sp modelId="{39487587-DE00-3B48-98FE-859047E3FDF0}">
      <dsp:nvSpPr>
        <dsp:cNvPr id="0" name=""/>
        <dsp:cNvSpPr/>
      </dsp:nvSpPr>
      <dsp:spPr>
        <a:xfrm>
          <a:off x="7575075" y="0"/>
          <a:ext cx="2872409" cy="45659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1" kern="1200" dirty="0">
            <a:solidFill>
              <a:schemeClr val="accent1">
                <a:lumMod val="25000"/>
              </a:schemeClr>
            </a:solidFill>
            <a:latin typeface="+mn-lt"/>
            <a:ea typeface="+mn-ea"/>
            <a:cs typeface="+mn-cs"/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1" kern="1200" dirty="0">
            <a:solidFill>
              <a:schemeClr val="accent1">
                <a:lumMod val="25000"/>
              </a:schemeClr>
            </a:solidFill>
            <a:latin typeface="+mn-lt"/>
            <a:ea typeface="+mn-ea"/>
            <a:cs typeface="+mn-cs"/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+mn-cs"/>
            </a:rPr>
            <a:t>OPEN PO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chemeClr val="tx1">
                  <a:lumMod val="75000"/>
                  <a:lumOff val="25000"/>
                </a:schemeClr>
              </a:solidFill>
            </a:rPr>
            <a:t>Purchase Order that is still pending completion or closure</a:t>
          </a:r>
          <a:endParaRPr lang="en-US" sz="1100" kern="1200" dirty="0">
            <a:solidFill>
              <a:schemeClr val="tx1">
                <a:lumMod val="75000"/>
                <a:lumOff val="25000"/>
              </a:schemeClr>
            </a:solidFill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100" kern="1200" dirty="0">
              <a:solidFill>
                <a:schemeClr val="tx1">
                  <a:lumMod val="75000"/>
                  <a:lumOff val="25000"/>
                </a:schemeClr>
              </a:solidFill>
            </a:rPr>
          </a:br>
          <a:r>
            <a:rPr lang="en-US" sz="1100" kern="1200" dirty="0">
              <a:solidFill>
                <a:schemeClr val="tx1">
                  <a:lumMod val="75000"/>
                  <a:lumOff val="25000"/>
                </a:schemeClr>
              </a:solidFill>
            </a:rPr>
            <a:t>- </a:t>
          </a:r>
          <a:r>
            <a:rPr lang="en-IN" sz="1100" kern="1200" dirty="0">
              <a:solidFill>
                <a:schemeClr val="tx1">
                  <a:lumMod val="75000"/>
                  <a:lumOff val="25000"/>
                </a:schemeClr>
              </a:solidFill>
            </a:rPr>
            <a:t>Goods may not have been fully received yet.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>
              <a:solidFill>
                <a:schemeClr val="tx1">
                  <a:lumMod val="75000"/>
                  <a:lumOff val="25000"/>
                </a:schemeClr>
              </a:solidFill>
            </a:rPr>
            <a:t>- Invoice may still be pending from the vendor.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>
              <a:solidFill>
                <a:schemeClr val="tx1">
                  <a:lumMod val="75000"/>
                  <a:lumOff val="25000"/>
                </a:schemeClr>
              </a:solidFill>
            </a:rPr>
            <a:t>- Payment may not have been processed.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>
              <a:solidFill>
                <a:schemeClr val="tx1">
                  <a:lumMod val="75000"/>
                  <a:lumOff val="25000"/>
                </a:schemeClr>
              </a:solidFill>
            </a:rPr>
            <a:t>- Used to track outstanding procurement commitments.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>
              <a:solidFill>
                <a:schemeClr val="tx1">
                  <a:lumMod val="75000"/>
                  <a:lumOff val="25000"/>
                </a:schemeClr>
              </a:solidFill>
            </a:rPr>
            <a:t> - Requires periodic review to avoid aged or unused </a:t>
          </a:r>
          <a:r>
            <a:rPr lang="en-IN" sz="1100" kern="1200" dirty="0" err="1">
              <a:solidFill>
                <a:schemeClr val="tx1">
                  <a:lumMod val="75000"/>
                  <a:lumOff val="25000"/>
                </a:schemeClr>
              </a:solidFill>
            </a:rPr>
            <a:t>POs.</a:t>
          </a:r>
          <a:endParaRPr lang="en-US" sz="1100" kern="1200" dirty="0">
            <a:solidFill>
              <a:schemeClr val="tx1">
                <a:lumMod val="75000"/>
                <a:lumOff val="25000"/>
              </a:schemeClr>
            </a:solidFill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 dirty="0">
            <a:solidFill>
              <a:schemeClr val="accent1">
                <a:lumMod val="25000"/>
              </a:schemeClr>
            </a:solidFill>
            <a:latin typeface="+mn-lt"/>
            <a:ea typeface="+mn-ea"/>
            <a:cs typeface="+mn-cs"/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>
            <a:solidFill>
              <a:schemeClr val="accent1">
                <a:lumMod val="25000"/>
              </a:schemeClr>
            </a:solidFill>
            <a:latin typeface="+mn-lt"/>
            <a:ea typeface="+mn-ea"/>
            <a:cs typeface="+mn-cs"/>
          </a:endParaRPr>
        </a:p>
      </dsp:txBody>
      <dsp:txXfrm>
        <a:off x="7659205" y="84130"/>
        <a:ext cx="2704149" cy="439769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6A2469-8914-FC4F-B81F-0C94215B6999}">
      <dsp:nvSpPr>
        <dsp:cNvPr id="0" name=""/>
        <dsp:cNvSpPr/>
      </dsp:nvSpPr>
      <dsp:spPr>
        <a:xfrm>
          <a:off x="0" y="0"/>
          <a:ext cx="2913983" cy="45307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+mn-cs"/>
            </a:rPr>
            <a:t>GRN (Goods Receipt Note)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>
              <a:solidFill>
                <a:schemeClr val="tx2">
                  <a:lumMod val="75000"/>
                </a:schemeClr>
              </a:solidFill>
            </a:rPr>
            <a:t>Document confirming receipt of goods from the vendor.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 dirty="0">
            <a:solidFill>
              <a:schemeClr val="tx2">
                <a:lumMod val="75000"/>
              </a:schemeClr>
            </a:solidFill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>
              <a:solidFill>
                <a:schemeClr val="tx2">
                  <a:lumMod val="75000"/>
                </a:schemeClr>
              </a:solidFill>
            </a:rPr>
            <a:t>- Records quantity and condition of -goods received.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>
              <a:solidFill>
                <a:schemeClr val="tx2">
                  <a:lumMod val="75000"/>
                </a:schemeClr>
              </a:solidFill>
            </a:rPr>
            <a:t>- Confirms delivery against the Purchase Order.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>
              <a:solidFill>
                <a:schemeClr val="tx2">
                  <a:lumMod val="75000"/>
                </a:schemeClr>
              </a:solidFill>
            </a:rPr>
            <a:t>- Forms part of the 3-way matching process.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>
              <a:solidFill>
                <a:schemeClr val="tx2">
                  <a:lumMod val="75000"/>
                </a:schemeClr>
              </a:solidFill>
            </a:rPr>
            <a:t>- Helps verify that goods were actually received.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>
              <a:solidFill>
                <a:schemeClr val="tx2">
                  <a:lumMod val="75000"/>
                </a:schemeClr>
              </a:solidFill>
            </a:rPr>
            <a:t>- Acts as supporting evidence before payment.</a:t>
          </a:r>
          <a:r>
            <a:rPr lang="en-US" sz="1100" kern="1200" dirty="0">
              <a:solidFill>
                <a:schemeClr val="tx2">
                  <a:lumMod val="75000"/>
                </a:schemeClr>
              </a:solidFill>
            </a:rPr>
            <a:t>.</a:t>
          </a:r>
          <a:endParaRPr lang="en-US" sz="1100" kern="1200" dirty="0">
            <a:solidFill>
              <a:schemeClr val="tx2">
                <a:lumMod val="75000"/>
              </a:schemeClr>
            </a:solidFill>
            <a:latin typeface="+mn-lt"/>
            <a:ea typeface="+mn-ea"/>
            <a:cs typeface="+mn-cs"/>
          </a:endParaRPr>
        </a:p>
      </dsp:txBody>
      <dsp:txXfrm>
        <a:off x="85348" y="85348"/>
        <a:ext cx="2743287" cy="4360029"/>
      </dsp:txXfrm>
    </dsp:sp>
    <dsp:sp modelId="{9A236BD0-A0A3-F54F-8BEA-221C2DD0F5F0}">
      <dsp:nvSpPr>
        <dsp:cNvPr id="0" name=""/>
        <dsp:cNvSpPr/>
      </dsp:nvSpPr>
      <dsp:spPr>
        <a:xfrm flipV="1">
          <a:off x="3382206" y="2249900"/>
          <a:ext cx="30942" cy="30924"/>
        </a:xfrm>
        <a:prstGeom prst="rightArrow">
          <a:avLst>
            <a:gd name="adj1" fmla="val 60000"/>
            <a:gd name="adj2" fmla="val 5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 rot="10800000">
        <a:off x="3382206" y="2256085"/>
        <a:ext cx="21665" cy="18554"/>
      </dsp:txXfrm>
    </dsp:sp>
    <dsp:sp modelId="{30F9EBF4-FEF1-154A-A841-AF3DD70E4367}">
      <dsp:nvSpPr>
        <dsp:cNvPr id="0" name=""/>
        <dsp:cNvSpPr/>
      </dsp:nvSpPr>
      <dsp:spPr>
        <a:xfrm>
          <a:off x="3853195" y="2210"/>
          <a:ext cx="2913983" cy="45263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+mn-cs"/>
            </a:rPr>
            <a:t>RFQ (Request for Quotation)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>
              <a:solidFill>
                <a:schemeClr val="tx2">
                  <a:lumMod val="75000"/>
                </a:schemeClr>
              </a:solidFill>
            </a:rPr>
            <a:t>Request sent to vendors asking for price quotations.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 dirty="0">
            <a:solidFill>
              <a:schemeClr val="tx2">
                <a:lumMod val="75000"/>
              </a:schemeClr>
            </a:solidFill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>
              <a:solidFill>
                <a:schemeClr val="tx2">
                  <a:lumMod val="75000"/>
                </a:schemeClr>
              </a:solidFill>
            </a:rPr>
            <a:t>- Used to compare pricing from multiple suppliers.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>
              <a:solidFill>
                <a:schemeClr val="tx2">
                  <a:lumMod val="75000"/>
                </a:schemeClr>
              </a:solidFill>
            </a:rPr>
            <a:t>- Helps identify the most competitive offer.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>
              <a:solidFill>
                <a:schemeClr val="tx2">
                  <a:lumMod val="75000"/>
                </a:schemeClr>
              </a:solidFill>
            </a:rPr>
            <a:t>- Supports fair and transparent vendor selection.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>
              <a:solidFill>
                <a:schemeClr val="tx2">
                  <a:lumMod val="75000"/>
                </a:schemeClr>
              </a:solidFill>
            </a:rPr>
            <a:t>- Usually includes specifications and requirements.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>
              <a:solidFill>
                <a:schemeClr val="tx2">
                  <a:lumMod val="75000"/>
                </a:schemeClr>
              </a:solidFill>
            </a:rPr>
            <a:t>- Commonly used for standard goods and services.</a:t>
          </a:r>
          <a:endParaRPr lang="en-US" sz="1100" kern="1200" dirty="0">
            <a:solidFill>
              <a:schemeClr val="tx2">
                <a:lumMod val="75000"/>
              </a:schemeClr>
            </a:solidFill>
            <a:latin typeface="+mn-lt"/>
            <a:ea typeface="+mn-ea"/>
            <a:cs typeface="+mn-cs"/>
          </a:endParaRPr>
        </a:p>
      </dsp:txBody>
      <dsp:txXfrm>
        <a:off x="3938543" y="87558"/>
        <a:ext cx="2743287" cy="4355608"/>
      </dsp:txXfrm>
    </dsp:sp>
    <dsp:sp modelId="{31682245-E345-7446-A8FF-7D43CFBD1D8C}">
      <dsp:nvSpPr>
        <dsp:cNvPr id="0" name=""/>
        <dsp:cNvSpPr/>
      </dsp:nvSpPr>
      <dsp:spPr>
        <a:xfrm rot="1986" flipV="1">
          <a:off x="7222007" y="2248787"/>
          <a:ext cx="30056" cy="30924"/>
        </a:xfrm>
        <a:prstGeom prst="rightArrow">
          <a:avLst>
            <a:gd name="adj1" fmla="val 60000"/>
            <a:gd name="adj2" fmla="val 5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 rot="10800000">
        <a:off x="7222007" y="2254969"/>
        <a:ext cx="21039" cy="18554"/>
      </dsp:txXfrm>
    </dsp:sp>
    <dsp:sp modelId="{39487587-DE00-3B48-98FE-859047E3FDF0}">
      <dsp:nvSpPr>
        <dsp:cNvPr id="0" name=""/>
        <dsp:cNvSpPr/>
      </dsp:nvSpPr>
      <dsp:spPr>
        <a:xfrm>
          <a:off x="7679522" y="0"/>
          <a:ext cx="2913983" cy="45263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+mn-cs"/>
            </a:rPr>
            <a:t>RFP (Request for Proposal)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>
              <a:solidFill>
                <a:schemeClr val="tx2">
                  <a:lumMod val="75000"/>
                </a:schemeClr>
              </a:solidFill>
            </a:rPr>
            <a:t>Request sent to vendors asking for detailed business proposals.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 dirty="0">
            <a:solidFill>
              <a:schemeClr val="tx2">
                <a:lumMod val="75000"/>
              </a:schemeClr>
            </a:solidFill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>
              <a:solidFill>
                <a:schemeClr val="tx2">
                  <a:lumMod val="75000"/>
                </a:schemeClr>
              </a:solidFill>
            </a:rPr>
            <a:t>- Used for complex products, services, or projects.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>
              <a:solidFill>
                <a:schemeClr val="tx2">
                  <a:lumMod val="75000"/>
                </a:schemeClr>
              </a:solidFill>
            </a:rPr>
            <a:t>- Evaluates technical and commercial capabilities.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>
              <a:solidFill>
                <a:schemeClr val="tx2">
                  <a:lumMod val="75000"/>
                </a:schemeClr>
              </a:solidFill>
            </a:rPr>
            <a:t>- Vendors provide solution approaches and pricing.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>
              <a:solidFill>
                <a:schemeClr val="tx2">
                  <a:lumMod val="75000"/>
                </a:schemeClr>
              </a:solidFill>
            </a:rPr>
            <a:t>- Helps select the most suitable supplier.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>
              <a:solidFill>
                <a:schemeClr val="tx2">
                  <a:lumMod val="75000"/>
                </a:schemeClr>
              </a:solidFill>
            </a:rPr>
            <a:t>- Supports informed procurement decisions.</a:t>
          </a:r>
          <a:endParaRPr lang="en-US" sz="1100" kern="1200" dirty="0">
            <a:solidFill>
              <a:schemeClr val="tx2">
                <a:lumMod val="75000"/>
              </a:schemeClr>
            </a:solidFill>
            <a:latin typeface="+mn-lt"/>
            <a:ea typeface="+mn-ea"/>
            <a:cs typeface="+mn-cs"/>
          </a:endParaRPr>
        </a:p>
      </dsp:txBody>
      <dsp:txXfrm>
        <a:off x="7764870" y="85348"/>
        <a:ext cx="2743287" cy="435560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6A2469-8914-FC4F-B81F-0C94215B6999}">
      <dsp:nvSpPr>
        <dsp:cNvPr id="0" name=""/>
        <dsp:cNvSpPr/>
      </dsp:nvSpPr>
      <dsp:spPr>
        <a:xfrm>
          <a:off x="0" y="0"/>
          <a:ext cx="2913983" cy="45307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+mn-cs"/>
            </a:rPr>
            <a:t>Payment Terms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>
              <a:solidFill>
                <a:schemeClr val="tx1">
                  <a:lumMod val="75000"/>
                  <a:lumOff val="25000"/>
                </a:schemeClr>
              </a:solidFill>
            </a:rPr>
            <a:t>Agreed conditions and timeline for making payment to a vendor.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 dirty="0">
            <a:solidFill>
              <a:schemeClr val="tx1">
                <a:lumMod val="75000"/>
                <a:lumOff val="25000"/>
              </a:schemeClr>
            </a:solidFill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>
              <a:solidFill>
                <a:schemeClr val="tx1">
                  <a:lumMod val="75000"/>
                  <a:lumOff val="25000"/>
                </a:schemeClr>
              </a:solidFill>
            </a:rPr>
            <a:t>- Defines when payment becomes due.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>
              <a:solidFill>
                <a:schemeClr val="tx1">
                  <a:lumMod val="75000"/>
                  <a:lumOff val="25000"/>
                </a:schemeClr>
              </a:solidFill>
            </a:rPr>
            <a:t>- May include credit periods such as Net 30 or Net 60.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>
              <a:solidFill>
                <a:schemeClr val="tx1">
                  <a:lumMod val="75000"/>
                  <a:lumOff val="25000"/>
                </a:schemeClr>
              </a:solidFill>
            </a:rPr>
            <a:t>- Can include advance or milestone-based payments.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>
              <a:solidFill>
                <a:schemeClr val="tx1">
                  <a:lumMod val="75000"/>
                  <a:lumOff val="25000"/>
                </a:schemeClr>
              </a:solidFill>
            </a:rPr>
            <a:t>- Impacts cash flow and supplier relationships.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>
              <a:solidFill>
                <a:schemeClr val="tx1">
                  <a:lumMod val="75000"/>
                  <a:lumOff val="25000"/>
                </a:schemeClr>
              </a:solidFill>
            </a:rPr>
            <a:t>- Must be agreed upon before procurement is finalized. </a:t>
          </a:r>
          <a:endParaRPr lang="en-US" sz="1100" kern="1200" dirty="0">
            <a:solidFill>
              <a:schemeClr val="tx1">
                <a:lumMod val="75000"/>
                <a:lumOff val="25000"/>
              </a:schemeClr>
            </a:solidFill>
            <a:latin typeface="+mn-lt"/>
            <a:ea typeface="+mn-ea"/>
            <a:cs typeface="+mn-cs"/>
          </a:endParaRPr>
        </a:p>
      </dsp:txBody>
      <dsp:txXfrm>
        <a:off x="85348" y="85348"/>
        <a:ext cx="2743287" cy="4360029"/>
      </dsp:txXfrm>
    </dsp:sp>
    <dsp:sp modelId="{9A236BD0-A0A3-F54F-8BEA-221C2DD0F5F0}">
      <dsp:nvSpPr>
        <dsp:cNvPr id="0" name=""/>
        <dsp:cNvSpPr/>
      </dsp:nvSpPr>
      <dsp:spPr>
        <a:xfrm flipV="1">
          <a:off x="3382206" y="2249900"/>
          <a:ext cx="30942" cy="30924"/>
        </a:xfrm>
        <a:prstGeom prst="rightArrow">
          <a:avLst>
            <a:gd name="adj1" fmla="val 60000"/>
            <a:gd name="adj2" fmla="val 5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 rot="10800000">
        <a:off x="3382206" y="2256085"/>
        <a:ext cx="21665" cy="18554"/>
      </dsp:txXfrm>
    </dsp:sp>
    <dsp:sp modelId="{30F9EBF4-FEF1-154A-A841-AF3DD70E4367}">
      <dsp:nvSpPr>
        <dsp:cNvPr id="0" name=""/>
        <dsp:cNvSpPr/>
      </dsp:nvSpPr>
      <dsp:spPr>
        <a:xfrm>
          <a:off x="3853195" y="2210"/>
          <a:ext cx="2913983" cy="45263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+mn-cs"/>
            </a:rPr>
            <a:t>3-Way Matching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>
              <a:solidFill>
                <a:schemeClr val="tx1">
                  <a:lumMod val="75000"/>
                  <a:lumOff val="25000"/>
                </a:schemeClr>
              </a:solidFill>
            </a:rPr>
            <a:t>Process of matching the PO, GRN, and Invoice before payment.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 dirty="0">
            <a:solidFill>
              <a:schemeClr val="tx1">
                <a:lumMod val="75000"/>
                <a:lumOff val="25000"/>
              </a:schemeClr>
            </a:solidFill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>
              <a:solidFill>
                <a:schemeClr val="tx1">
                  <a:lumMod val="75000"/>
                  <a:lumOff val="25000"/>
                </a:schemeClr>
              </a:solidFill>
            </a:rPr>
            <a:t>- Ensures the correct goods were ordered and received.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>
              <a:solidFill>
                <a:schemeClr val="tx1">
                  <a:lumMod val="75000"/>
                  <a:lumOff val="25000"/>
                </a:schemeClr>
              </a:solidFill>
            </a:rPr>
            <a:t>- Verifies invoice accuracy.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>
              <a:solidFill>
                <a:schemeClr val="tx1">
                  <a:lumMod val="75000"/>
                  <a:lumOff val="25000"/>
                </a:schemeClr>
              </a:solidFill>
            </a:rPr>
            <a:t>- Prevents duplicate or incorrect payments.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>
              <a:solidFill>
                <a:schemeClr val="tx1">
                  <a:lumMod val="75000"/>
                  <a:lumOff val="25000"/>
                </a:schemeClr>
              </a:solidFill>
            </a:rPr>
            <a:t>- Key control in the P2P cycle.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>
              <a:solidFill>
                <a:schemeClr val="tx1">
                  <a:lumMod val="75000"/>
                  <a:lumOff val="25000"/>
                </a:schemeClr>
              </a:solidFill>
            </a:rPr>
            <a:t>Reduces fraud and payment errors.</a:t>
          </a:r>
          <a:endParaRPr lang="en-US" sz="1100" kern="1200" dirty="0">
            <a:solidFill>
              <a:schemeClr val="tx1">
                <a:lumMod val="75000"/>
                <a:lumOff val="25000"/>
              </a:schemeClr>
            </a:solidFill>
            <a:latin typeface="+mn-lt"/>
            <a:ea typeface="+mn-ea"/>
            <a:cs typeface="+mn-cs"/>
          </a:endParaRPr>
        </a:p>
      </dsp:txBody>
      <dsp:txXfrm>
        <a:off x="3938543" y="87558"/>
        <a:ext cx="2743287" cy="4355608"/>
      </dsp:txXfrm>
    </dsp:sp>
    <dsp:sp modelId="{31682245-E345-7446-A8FF-7D43CFBD1D8C}">
      <dsp:nvSpPr>
        <dsp:cNvPr id="0" name=""/>
        <dsp:cNvSpPr/>
      </dsp:nvSpPr>
      <dsp:spPr>
        <a:xfrm rot="1986" flipV="1">
          <a:off x="7222007" y="2248787"/>
          <a:ext cx="30056" cy="30924"/>
        </a:xfrm>
        <a:prstGeom prst="rightArrow">
          <a:avLst>
            <a:gd name="adj1" fmla="val 60000"/>
            <a:gd name="adj2" fmla="val 5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 rot="10800000">
        <a:off x="7222007" y="2254969"/>
        <a:ext cx="21039" cy="18554"/>
      </dsp:txXfrm>
    </dsp:sp>
    <dsp:sp modelId="{39487587-DE00-3B48-98FE-859047E3FDF0}">
      <dsp:nvSpPr>
        <dsp:cNvPr id="0" name=""/>
        <dsp:cNvSpPr/>
      </dsp:nvSpPr>
      <dsp:spPr>
        <a:xfrm>
          <a:off x="7679522" y="0"/>
          <a:ext cx="2913983" cy="45263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1" kern="1200" dirty="0">
            <a:solidFill>
              <a:schemeClr val="accent1">
                <a:lumMod val="25000"/>
              </a:schemeClr>
            </a:solidFill>
            <a:latin typeface="+mn-lt"/>
            <a:ea typeface="+mn-ea"/>
            <a:cs typeface="+mn-cs"/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+mn-cs"/>
            </a:rPr>
            <a:t>Vendor Master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>
              <a:solidFill>
                <a:schemeClr val="tx1">
                  <a:lumMod val="75000"/>
                  <a:lumOff val="25000"/>
                </a:schemeClr>
              </a:solidFill>
            </a:rPr>
            <a:t>Central repository containing vendor information.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 dirty="0">
            <a:solidFill>
              <a:schemeClr val="tx1">
                <a:lumMod val="75000"/>
                <a:lumOff val="25000"/>
              </a:schemeClr>
            </a:solidFill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>
              <a:solidFill>
                <a:schemeClr val="tx1">
                  <a:lumMod val="75000"/>
                  <a:lumOff val="25000"/>
                </a:schemeClr>
              </a:solidFill>
            </a:rPr>
            <a:t>- Stores vendor details, addresses, and payment information.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>
              <a:solidFill>
                <a:schemeClr val="tx1">
                  <a:lumMod val="75000"/>
                  <a:lumOff val="25000"/>
                </a:schemeClr>
              </a:solidFill>
            </a:rPr>
            <a:t>- Used across procurement and finance processes.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>
              <a:solidFill>
                <a:schemeClr val="tx1">
                  <a:lumMod val="75000"/>
                  <a:lumOff val="25000"/>
                </a:schemeClr>
              </a:solidFill>
            </a:rPr>
            <a:t>- Ensures consistent vendor records.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>
              <a:solidFill>
                <a:schemeClr val="tx1">
                  <a:lumMod val="75000"/>
                  <a:lumOff val="25000"/>
                </a:schemeClr>
              </a:solidFill>
            </a:rPr>
            <a:t>- Supports efficient purchase and payment processing.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>
              <a:solidFill>
                <a:schemeClr val="tx1">
                  <a:lumMod val="75000"/>
                  <a:lumOff val="25000"/>
                </a:schemeClr>
              </a:solidFill>
            </a:rPr>
            <a:t>- Requires periodic review to maintain data accuracy.</a:t>
          </a:r>
          <a:endParaRPr lang="en-US" sz="1100" kern="1200" dirty="0">
            <a:solidFill>
              <a:schemeClr val="tx1">
                <a:lumMod val="75000"/>
                <a:lumOff val="25000"/>
              </a:schemeClr>
            </a:solidFill>
            <a:latin typeface="+mn-lt"/>
            <a:ea typeface="+mn-ea"/>
            <a:cs typeface="+mn-cs"/>
          </a:endParaRPr>
        </a:p>
      </dsp:txBody>
      <dsp:txXfrm>
        <a:off x="7764870" y="85348"/>
        <a:ext cx="2743287" cy="43556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D05EE-1874-40CA-ACBB-AAFE8CEAEC56}" type="datetimeFigureOut">
              <a:t>7/4/2026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B9498-FDEE-4498-AC3A-C83DFCC8A50A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77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65C32D-63EE-4133-9108-A2BD34E475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7162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B9498-FDEE-4498-AC3A-C83DFCC8A50A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18354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7A748-6FB6-8CBF-270A-DC521C5A1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B54510-E3E0-6C15-1737-DE06547FFA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D7161A-8070-61C2-1E88-99CD14857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9057B-B8C7-6656-68D6-9ADBB6326E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B9498-FDEE-4498-AC3A-C83DFCC8A50A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3609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Autofit/>
          </a:bodyPr>
          <a:lstStyle>
            <a:lvl1pPr algn="l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4EF954-66B1-4168-AF40-97F3DAF43FC4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351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26233410-150A-4A72-BF63-6D3ACBC30148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10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91AF1D09-6B76-4716-AD3D-9F53166D3BF5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20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9651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2" y="1384847"/>
            <a:ext cx="11125032" cy="4905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443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C13480A-5F85-4A30-80F2-F92581C6474C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184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>
            <a:lvl1pPr algn="l"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2BF18D3-87BE-4A2D-AD2C-B21E415FD900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403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3F0B94E-0195-4FC9-AEFD-CCBB878ACEDF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328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9B0F68CC-6BDD-49E7-8971-97164A4B1FA2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11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lphaLcPeriod"/>
              <a:defRPr lang="en-US" dirty="0"/>
            </a:lvl2pPr>
            <a:lvl3pPr marL="800100" indent="-342900">
              <a:buFont typeface="+mj-lt"/>
              <a:buAutoNum type="romanLcPeriod"/>
              <a:defRPr lang="en-US" dirty="0"/>
            </a:lvl3pPr>
            <a:lvl4pPr marL="914400" indent="-228600">
              <a:buFont typeface="+mj-lt"/>
              <a:buAutoNum type="arabicParenR"/>
              <a:defRPr lang="en-US" dirty="0"/>
            </a:lvl4pPr>
            <a:lvl5pPr marL="1143000" indent="-228600">
              <a:buFont typeface="+mj-lt"/>
              <a:buAutoNum type="alphaLcParenR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4D5D5-F2FF-4BCB-BACC-FA9A736697CB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66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914400" indent="-228600">
              <a:buFont typeface="+mj-lt"/>
              <a:buAutoNum type="arabicParenR"/>
              <a:defRPr sz="1200"/>
            </a:lvl4pPr>
            <a:lvl5pPr marL="1143000" indent="-228600">
              <a:buFont typeface="+mj-lt"/>
              <a:buAutoNum type="alphaLcParenR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747D10D-DAA6-49BD-BCDC-42DE71F72A89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816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Click to edit Master text styles</a:t>
            </a:r>
          </a:p>
          <a:p>
            <a:pPr marL="2286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Second level</a:t>
            </a:r>
          </a:p>
          <a:p>
            <a:pPr marL="2286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Third level</a:t>
            </a:r>
          </a:p>
          <a:p>
            <a:pPr marL="2286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Fourth level</a:t>
            </a:r>
          </a:p>
          <a:p>
            <a:pPr marL="2286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Fifth level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31313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55D-C47D-42B9-AD20-3E2CCE08596C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164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44AD-1FB0-4882-B380-D102D5E41B49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317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FD0E9-BB2A-40F4-9FCA-339953EA9BCB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539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DCE86-7B4C-43EC-801D-4B957536C306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960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FCD9-BE24-4676-9D2E-63D9ED82EDA2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222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290A-121B-47D5-B4CD-63E70D76A5D5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629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58D8-7EDF-40A6-A98C-8CBDF59A319E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8124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6DF7C3E-B5DF-4043-B2F9-CD94B277B81B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250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F04B89-F088-43E2-8F95-5A2E5E9F612E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602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0FCFF8D-E3E3-4D6C-85D1-1D24204FD961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7172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AD81-0F74-4052-9D15-1FCBE10FF531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439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8567813-D47B-4BA9-A366-45E7794B6608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155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628650" indent="-171450">
              <a:buFont typeface="Arial" panose="020B0604020202020204" pitchFamily="34" charset="0"/>
              <a:buChar char="•"/>
              <a:defRPr sz="1200"/>
            </a:lvl3pPr>
            <a:lvl4pPr marL="857250" indent="-171450">
              <a:buFont typeface="Arial" panose="020B0604020202020204" pitchFamily="34" charset="0"/>
              <a:buChar char="•"/>
              <a:defRPr sz="1100"/>
            </a:lvl4pPr>
            <a:lvl5pPr marL="1085850" indent="-17145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C75A4F-7395-44C0-9A76-83F0F6EA512A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2712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EDCC-520A-464B-900A-5F7E0E1FFC43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6097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6C1D43-E95A-44CE-BF39-AC264176BC74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362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395D-714C-468A-B505-16E3BDC41D6C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9440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009D615-5030-44BE-B1E7-FCAF557FFC34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8866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8DDD-BB5E-4F5B-81F2-5E5F98B403C0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7144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083588C5-4E32-4E6E-80AB-32A6125C957F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7862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37EAFE-6A88-4B1F-9ABC-CA3CFB830DD6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11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0683-5F2F-44F3-8B59-45258C4FD45A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654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813EDC87-0EBE-4D2E-8804-E5F0EDA0B797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95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51CF56A9-FD41-47F4-80A0-DA74EEEC2541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3262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603504"/>
            <a:ext cx="11201400" cy="4206240"/>
          </a:xfrm>
        </p:spPr>
        <p:txBody>
          <a:bodyPr>
            <a:normAutofit/>
          </a:bodyPr>
          <a:lstStyle>
            <a:lvl1pPr algn="ctr">
              <a:defRPr sz="27800"/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BD270-9BF1-4C68-A7FA-BA016D8BB959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89888" y="4809744"/>
            <a:ext cx="9345168" cy="1225296"/>
          </a:xfrm>
        </p:spPr>
        <p:txBody>
          <a:bodyPr>
            <a:normAutofit/>
          </a:bodyPr>
          <a:lstStyle>
            <a:lvl1pPr marL="0" indent="0" algn="ctr">
              <a:buNone/>
              <a:defRPr sz="2800" cap="all" baseline="0"/>
            </a:lvl1pPr>
            <a:lvl2pPr marL="228600" indent="0" algn="ctr">
              <a:buNone/>
              <a:defRPr sz="2400" cap="all" baseline="0"/>
            </a:lvl2pPr>
            <a:lvl3pPr marL="457200" indent="0" algn="ctr">
              <a:buNone/>
              <a:defRPr sz="2000" cap="all" baseline="0"/>
            </a:lvl3pPr>
            <a:lvl4pPr marL="685800" indent="0" algn="ctr">
              <a:buNone/>
              <a:defRPr sz="1800" cap="all" baseline="0"/>
            </a:lvl4pPr>
            <a:lvl5pPr marL="914400" indent="0" algn="ctr">
              <a:buNone/>
              <a:defRPr sz="1600" cap="all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7403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23AFB7-90A6-428C-A019-BBE6272496B8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490472"/>
          </a:xfrm>
        </p:spPr>
        <p:txBody>
          <a:bodyPr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017012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193DB7D-955F-21DF-15DA-4285375617FC}"/>
              </a:ext>
            </a:extLst>
          </p:cNvPr>
          <p:cNvSpPr/>
          <p:nvPr userDrawn="1"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47A9E-7C3C-4663-841E-C89520FA85A3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589420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776793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ED8FD-3F8D-425F-9991-7FB6FCCEC5A2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536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 userDrawn="1"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6B3E3-A05B-4311-9C9A-DA8A512CAB97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630935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1453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 userDrawn="1"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BAE2-1C27-41D0-8DBA-D202F753417F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3464" y="1596767"/>
            <a:ext cx="9537192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6000" b="1"/>
            </a:lvl1pPr>
            <a:lvl2pPr marL="228600" indent="0">
              <a:lnSpc>
                <a:spcPct val="100000"/>
              </a:lnSpc>
              <a:buNone/>
              <a:defRPr sz="5400" b="1"/>
            </a:lvl2pPr>
            <a:lvl3pPr marL="457200" indent="0">
              <a:lnSpc>
                <a:spcPct val="100000"/>
              </a:lnSpc>
              <a:buNone/>
              <a:defRPr sz="4800" b="1"/>
            </a:lvl3pPr>
            <a:lvl4pPr marL="685800" indent="0">
              <a:lnSpc>
                <a:spcPct val="100000"/>
              </a:lnSpc>
              <a:buNone/>
              <a:defRPr sz="4400" b="1"/>
            </a:lvl4pPr>
            <a:lvl5pPr marL="914400" indent="0">
              <a:lnSpc>
                <a:spcPct val="100000"/>
              </a:lnSpc>
              <a:buNone/>
              <a:defRPr sz="40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88597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524002"/>
            <a:ext cx="9198864" cy="2871216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40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3612-8941-41EA-ABBA-F717A06C8346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376672"/>
            <a:ext cx="9198864" cy="466344"/>
          </a:xfrm>
        </p:spPr>
        <p:txBody>
          <a:bodyPr>
            <a:normAutofit/>
          </a:bodyPr>
          <a:lstStyle>
            <a:lvl1pPr marL="0" indent="0">
              <a:buNone/>
              <a:defRPr sz="2200" b="1" cap="all" baseline="0">
                <a:solidFill>
                  <a:schemeClr val="accent1"/>
                </a:solidFill>
              </a:defRPr>
            </a:lvl1pPr>
            <a:lvl2pPr marL="228600" indent="0">
              <a:buNone/>
              <a:defRPr sz="2000" b="1" cap="all" baseline="0">
                <a:solidFill>
                  <a:schemeClr val="accent1"/>
                </a:solidFill>
              </a:defRPr>
            </a:lvl2pPr>
            <a:lvl3pPr marL="457200" indent="0">
              <a:buNone/>
              <a:defRPr sz="1800" b="1" cap="all" baseline="0">
                <a:solidFill>
                  <a:schemeClr val="accent1"/>
                </a:solidFill>
              </a:defRPr>
            </a:lvl3pPr>
            <a:lvl4pPr marL="685800" indent="0">
              <a:buNone/>
              <a:defRPr sz="1600" b="1" cap="all" baseline="0">
                <a:solidFill>
                  <a:schemeClr val="accent1"/>
                </a:solidFill>
              </a:defRPr>
            </a:lvl4pPr>
            <a:lvl5pPr marL="914400" indent="0">
              <a:buNone/>
              <a:defRPr sz="1400" b="1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6902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D41517-889E-CBB7-FD17-C5FECA783B2A}"/>
              </a:ext>
            </a:extLst>
          </p:cNvPr>
          <p:cNvSpPr/>
          <p:nvPr userDrawn="1"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1783080"/>
            <a:ext cx="8499079" cy="224942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CD22-E4B3-48A1-94CA-B89DB574ED80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124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1468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120640"/>
            <a:ext cx="5431536" cy="128930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cap="all" baseline="0" dirty="0"/>
            </a:lvl1pPr>
            <a:lvl2pPr marL="228600" indent="0">
              <a:buNone/>
              <a:defRPr lang="en-US" b="1" cap="all" baseline="0" dirty="0"/>
            </a:lvl2pPr>
            <a:lvl3pPr marL="457200" indent="0">
              <a:buNone/>
              <a:defRPr lang="en-US" b="1" cap="all" baseline="0" dirty="0"/>
            </a:lvl3pPr>
            <a:lvl4pPr marL="685800" indent="0">
              <a:buNone/>
              <a:defRPr lang="en-US" b="1" cap="all" baseline="0" dirty="0"/>
            </a:lvl4pPr>
            <a:lvl5pPr marL="914400" indent="0">
              <a:buNone/>
              <a:defRPr lang="en-US" b="1" cap="all" baseline="0" dirty="0"/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46691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38B47-093E-417D-A1C3-81EEF797AC69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60929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0925D-4314-49E4-A383-289640FEB5E3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8718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C59E0-667A-459A-BBD1-70DA72C3C576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400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C00B-2F01-4379-B0FD-8DA094C16FA4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3467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F103-9E7C-4D5A-827C-0D2D66EE1CD2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46388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ACD46E6-90C9-5A94-5A35-1C98F051F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1022" y="416577"/>
            <a:ext cx="10643616" cy="7172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cap="all" baseline="0"/>
            </a:lvl1pPr>
          </a:lstStyle>
          <a:p>
            <a:pPr algn="ctr"/>
            <a:r>
              <a:rPr lang="en-US" dirty="0">
                <a:solidFill>
                  <a:srgbClr val="4D5BE2"/>
                </a:solidFill>
              </a:rPr>
              <a:t>ADD TITLE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47D4AE5-C0C9-3ADD-96CD-4F646C40EC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9315" y="1181873"/>
            <a:ext cx="2787650" cy="1154112"/>
          </a:xfrm>
          <a:solidFill>
            <a:schemeClr val="accent1"/>
          </a:solidFill>
        </p:spPr>
        <p:txBody>
          <a:bodyPr lIns="320040" tIns="457200">
            <a:noAutofit/>
          </a:bodyPr>
          <a:lstStyle>
            <a:lvl1pPr marL="0" indent="0">
              <a:lnSpc>
                <a:spcPct val="90000"/>
              </a:lnSpc>
              <a:buNone/>
              <a:defRPr sz="1200" b="0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C840F69-82D1-BA5D-BCDE-065BCBD763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6960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E6E650B-9763-2E1B-83A3-D40D92876A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7610" y="1181873"/>
            <a:ext cx="4532630" cy="1154112"/>
          </a:xfrm>
          <a:solidFill>
            <a:schemeClr val="accent1"/>
          </a:solidFill>
        </p:spPr>
        <p:txBody>
          <a:bodyPr lIns="274320" tIns="457200" rIns="457200">
            <a:noAutofit/>
          </a:bodyPr>
          <a:lstStyle>
            <a:lvl1pPr marL="0" indent="0">
              <a:lnSpc>
                <a:spcPct val="90000"/>
              </a:lnSpc>
              <a:buNone/>
              <a:defRPr sz="1200" b="0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0365650-4538-97BE-682C-4FEE50D5B3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15410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400" b="1" spc="40" baseline="0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605A104-600A-E6C4-A7F3-4C6E6E8B62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0250" y="1181873"/>
            <a:ext cx="3084388" cy="1154112"/>
          </a:xfrm>
          <a:solidFill>
            <a:schemeClr val="accent1"/>
          </a:solidFill>
        </p:spPr>
        <p:txBody>
          <a:bodyPr lIns="274320" tIns="457200">
            <a:noAutofit/>
          </a:bodyPr>
          <a:lstStyle>
            <a:lvl1pPr marL="0" indent="0">
              <a:lnSpc>
                <a:spcPct val="90000"/>
              </a:lnSpc>
              <a:buNone/>
              <a:defRPr sz="1200" b="0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53846D8-2231-F40F-1840-B4D3ECF557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42020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400" b="1" spc="40" baseline="0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328A27F-4D37-7494-A00B-931B4AF98F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6161" y="2744409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200" b="0" spc="0" baseline="0">
                <a:solidFill>
                  <a:schemeClr val="tx2"/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B72A2B16-E242-6548-CD5D-53E9964738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54120" y="2744409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200" b="0" spc="0" baseline="0">
                <a:solidFill>
                  <a:schemeClr val="tx2"/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AA825916-F570-17B8-0B3F-0C3FC2D746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82079" y="2744409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200" b="0" spc="0" baseline="0">
                <a:solidFill>
                  <a:schemeClr val="tx2"/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936D7BCE-44E5-237E-196D-3CCF2508CE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10038" y="2744409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200" b="0" spc="0" baseline="0">
                <a:solidFill>
                  <a:schemeClr val="tx2"/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FF3883B4-1028-4C70-B921-8FBE334E7F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537996" y="2744409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200" b="0" spc="0" baseline="0">
                <a:solidFill>
                  <a:schemeClr val="tx2"/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2538B7A0-40F3-1C50-E2D0-32A910FA7E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5581" y="4431347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5400" b="1">
                <a:solidFill>
                  <a:schemeClr val="tx2"/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E7A61A86-EC14-71A1-4F13-8B5BC4DD2CD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38706" y="5667186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5400" b="1">
                <a:solidFill>
                  <a:schemeClr val="tx2"/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8AB8BDC8-1B18-C92E-002C-8E803D4474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65161" y="5079585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5400" b="1">
                <a:solidFill>
                  <a:schemeClr val="tx2"/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33C067A7-180C-CF1A-D355-AD9EFC1F30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31906" y="3583592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5400" b="1">
                <a:solidFill>
                  <a:schemeClr val="tx2"/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89E3E312-6617-D826-24CF-F63DC3CC30D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06265" y="3837782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5400" b="1">
                <a:solidFill>
                  <a:schemeClr val="tx2"/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7917E37C-ED1D-4637-B0A8-CAECDD7D93A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606164" y="4551608"/>
            <a:ext cx="4828474" cy="230639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7F4481A-F390-506E-4D63-DCAF6A499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00708" y="2352259"/>
            <a:ext cx="10816491" cy="3363296"/>
            <a:chOff x="700708" y="2352259"/>
            <a:chExt cx="10816491" cy="3363296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7C823AA8-87A2-6001-8638-F343F400A907}"/>
                </a:ext>
              </a:extLst>
            </p:cNvPr>
            <p:cNvCxnSpPr/>
            <p:nvPr/>
          </p:nvCxnSpPr>
          <p:spPr>
            <a:xfrm flipV="1">
              <a:off x="774192" y="2451652"/>
              <a:ext cx="10643616" cy="0"/>
            </a:xfrm>
            <a:prstGeom prst="line">
              <a:avLst/>
            </a:prstGeom>
            <a:ln w="412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D0F530E-03E0-7D35-0708-C47F20465254}"/>
                </a:ext>
              </a:extLst>
            </p:cNvPr>
            <p:cNvSpPr/>
            <p:nvPr/>
          </p:nvSpPr>
          <p:spPr>
            <a:xfrm>
              <a:off x="700708" y="2355117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5A788A8-1C4E-8BDE-6C51-E311BF3124E3}"/>
                </a:ext>
              </a:extLst>
            </p:cNvPr>
            <p:cNvSpPr/>
            <p:nvPr/>
          </p:nvSpPr>
          <p:spPr>
            <a:xfrm>
              <a:off x="11318416" y="2352259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B1C1373-9DDB-2372-515C-67A4497F18F3}"/>
                </a:ext>
              </a:extLst>
            </p:cNvPr>
            <p:cNvSpPr/>
            <p:nvPr/>
          </p:nvSpPr>
          <p:spPr>
            <a:xfrm>
              <a:off x="2824250" y="2360833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260ED27-416C-9721-BEEA-92FC9C6AFE0E}"/>
                </a:ext>
              </a:extLst>
            </p:cNvPr>
            <p:cNvSpPr/>
            <p:nvPr/>
          </p:nvSpPr>
          <p:spPr>
            <a:xfrm>
              <a:off x="7071334" y="2366548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FF3DAA4-1C0B-AB02-F0B7-AB04EEC80102}"/>
                </a:ext>
              </a:extLst>
            </p:cNvPr>
            <p:cNvSpPr/>
            <p:nvPr/>
          </p:nvSpPr>
          <p:spPr>
            <a:xfrm>
              <a:off x="9194876" y="2357975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A6169A7-8DDB-F115-7D7E-F3F5AE9B0D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9303" y="2451650"/>
              <a:ext cx="1592" cy="1838996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0D69B09-D0BB-952F-77DD-FCCA81D192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21650" y="2528842"/>
              <a:ext cx="1592" cy="2984894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3322965-77FF-0956-83EE-ADA9AFCC2F19}"/>
                </a:ext>
              </a:extLst>
            </p:cNvPr>
            <p:cNvCxnSpPr>
              <a:cxnSpLocks/>
            </p:cNvCxnSpPr>
            <p:nvPr/>
          </p:nvCxnSpPr>
          <p:spPr>
            <a:xfrm>
              <a:off x="7166344" y="2496185"/>
              <a:ext cx="0" cy="932815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BD744AE-A2B8-150A-697C-7B187BF232E9}"/>
                </a:ext>
              </a:extLst>
            </p:cNvPr>
            <p:cNvCxnSpPr>
              <a:cxnSpLocks/>
            </p:cNvCxnSpPr>
            <p:nvPr/>
          </p:nvCxnSpPr>
          <p:spPr>
            <a:xfrm>
              <a:off x="9287099" y="2447199"/>
              <a:ext cx="2067" cy="1226730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3F6EBDE-BEBF-BD05-1C3E-6D9CC3A8AA09}"/>
                </a:ext>
              </a:extLst>
            </p:cNvPr>
            <p:cNvSpPr/>
            <p:nvPr/>
          </p:nvSpPr>
          <p:spPr>
            <a:xfrm>
              <a:off x="704140" y="4297941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35038F8-201A-2CE5-4F96-F5D0E07662F3}"/>
                </a:ext>
              </a:extLst>
            </p:cNvPr>
            <p:cNvSpPr/>
            <p:nvPr/>
          </p:nvSpPr>
          <p:spPr>
            <a:xfrm>
              <a:off x="2817657" y="5516772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152144A-0227-81C8-5EB0-4217CF1CEEE7}"/>
                </a:ext>
              </a:extLst>
            </p:cNvPr>
            <p:cNvSpPr/>
            <p:nvPr/>
          </p:nvSpPr>
          <p:spPr>
            <a:xfrm>
              <a:off x="7066553" y="3435384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30680FA-8F0F-C8F7-B721-95071536CA7B}"/>
                </a:ext>
              </a:extLst>
            </p:cNvPr>
            <p:cNvSpPr/>
            <p:nvPr/>
          </p:nvSpPr>
          <p:spPr>
            <a:xfrm>
              <a:off x="9194875" y="3679366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0A1FBC1-3297-E024-39A0-EAA69D56BF0E}"/>
                </a:ext>
              </a:extLst>
            </p:cNvPr>
            <p:cNvSpPr/>
            <p:nvPr/>
          </p:nvSpPr>
          <p:spPr>
            <a:xfrm>
              <a:off x="4947792" y="2363691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BE65DC2-ECCC-4D86-835A-D8496935F50C}"/>
                </a:ext>
              </a:extLst>
            </p:cNvPr>
            <p:cNvCxnSpPr>
              <a:cxnSpLocks/>
              <a:stCxn id="35" idx="4"/>
            </p:cNvCxnSpPr>
            <p:nvPr/>
          </p:nvCxnSpPr>
          <p:spPr>
            <a:xfrm flipH="1">
              <a:off x="5043997" y="2562474"/>
              <a:ext cx="3187" cy="2348586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877BD28-BE76-FA51-3EE0-19344A0C1BDE}"/>
                </a:ext>
              </a:extLst>
            </p:cNvPr>
            <p:cNvSpPr/>
            <p:nvPr/>
          </p:nvSpPr>
          <p:spPr>
            <a:xfrm>
              <a:off x="4944605" y="4911060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3403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ut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ACD46E6-90C9-5A94-5A35-1C98F051F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1022" y="416577"/>
            <a:ext cx="10643616" cy="7172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cap="all" baseline="0"/>
            </a:lvl1pPr>
          </a:lstStyle>
          <a:p>
            <a:pPr algn="ctr"/>
            <a:r>
              <a:rPr lang="en-US" dirty="0">
                <a:solidFill>
                  <a:srgbClr val="4D5BE2"/>
                </a:solidFill>
              </a:rPr>
              <a:t>ADD TITLE HERE</a:t>
            </a:r>
          </a:p>
        </p:txBody>
      </p:sp>
      <p:sp>
        <p:nvSpPr>
          <p:cNvPr id="22" name="SmartArt Placeholder 21">
            <a:extLst>
              <a:ext uri="{FF2B5EF4-FFF2-40B4-BE49-F238E27FC236}">
                <a16:creationId xmlns:a16="http://schemas.microsoft.com/office/drawing/2014/main" id="{CE9173F4-65C7-2EC9-A5E4-827E9483F1E5}"/>
              </a:ext>
            </a:extLst>
          </p:cNvPr>
          <p:cNvSpPr>
            <a:spLocks noGrp="1"/>
          </p:cNvSpPr>
          <p:nvPr>
            <p:ph type="dgm" sz="quarter" idx="29"/>
          </p:nvPr>
        </p:nvSpPr>
        <p:spPr>
          <a:xfrm>
            <a:off x="785884" y="1818409"/>
            <a:ext cx="10620232" cy="4530436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C21CF4B-0175-F178-DDAD-E4153A66F75F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2046767" y="3141743"/>
            <a:ext cx="429768" cy="429768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69A370C-8C84-0411-0B1D-F7CFCEA96DE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881116" y="3141743"/>
            <a:ext cx="429768" cy="429768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DF3CEC12-A675-5B79-6276-32AE902BDCD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5465" y="3141743"/>
            <a:ext cx="429768" cy="429768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B7A0051-C60B-9702-8D0B-55AD9470DB55}"/>
              </a:ext>
            </a:extLst>
          </p:cNvPr>
          <p:cNvGrpSpPr/>
          <p:nvPr userDrawn="1"/>
        </p:nvGrpSpPr>
        <p:grpSpPr>
          <a:xfrm>
            <a:off x="396950" y="4022070"/>
            <a:ext cx="2492996" cy="2679178"/>
            <a:chOff x="396950" y="3454904"/>
            <a:chExt cx="2492996" cy="2679178"/>
          </a:xfrm>
        </p:grpSpPr>
        <p:sp>
          <p:nvSpPr>
            <p:cNvPr id="3" name="Rounded Rectangle 24">
              <a:extLst>
                <a:ext uri="{FF2B5EF4-FFF2-40B4-BE49-F238E27FC236}">
                  <a16:creationId xmlns:a16="http://schemas.microsoft.com/office/drawing/2014/main" id="{80B74359-1E30-E650-34A9-AC1C13F1E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92882" y="3653687"/>
              <a:ext cx="2226761" cy="2381004"/>
            </a:xfrm>
            <a:custGeom>
              <a:avLst/>
              <a:gdLst>
                <a:gd name="connsiteX0" fmla="*/ 0 w 3481668"/>
                <a:gd name="connsiteY0" fmla="*/ 0 h 3505316"/>
                <a:gd name="connsiteX1" fmla="*/ 0 w 3481668"/>
                <a:gd name="connsiteY1" fmla="*/ 0 h 3505316"/>
                <a:gd name="connsiteX2" fmla="*/ 3481668 w 3481668"/>
                <a:gd name="connsiteY2" fmla="*/ 0 h 3505316"/>
                <a:gd name="connsiteX3" fmla="*/ 3481668 w 3481668"/>
                <a:gd name="connsiteY3" fmla="*/ 0 h 3505316"/>
                <a:gd name="connsiteX4" fmla="*/ 3481668 w 3481668"/>
                <a:gd name="connsiteY4" fmla="*/ 3505316 h 3505316"/>
                <a:gd name="connsiteX5" fmla="*/ 3481668 w 3481668"/>
                <a:gd name="connsiteY5" fmla="*/ 3505316 h 3505316"/>
                <a:gd name="connsiteX6" fmla="*/ 0 w 3481668"/>
                <a:gd name="connsiteY6" fmla="*/ 3505316 h 3505316"/>
                <a:gd name="connsiteX7" fmla="*/ 0 w 3481668"/>
                <a:gd name="connsiteY7" fmla="*/ 3505316 h 3505316"/>
                <a:gd name="connsiteX8" fmla="*/ 0 w 3481668"/>
                <a:gd name="connsiteY8" fmla="*/ 0 h 3505316"/>
                <a:gd name="connsiteX0" fmla="*/ 3481668 w 3573108"/>
                <a:gd name="connsiteY0" fmla="*/ 0 h 3505316"/>
                <a:gd name="connsiteX1" fmla="*/ 3481668 w 3573108"/>
                <a:gd name="connsiteY1" fmla="*/ 3505316 h 3505316"/>
                <a:gd name="connsiteX2" fmla="*/ 3481668 w 3573108"/>
                <a:gd name="connsiteY2" fmla="*/ 3505316 h 3505316"/>
                <a:gd name="connsiteX3" fmla="*/ 0 w 3573108"/>
                <a:gd name="connsiteY3" fmla="*/ 3505316 h 3505316"/>
                <a:gd name="connsiteX4" fmla="*/ 0 w 3573108"/>
                <a:gd name="connsiteY4" fmla="*/ 3505316 h 3505316"/>
                <a:gd name="connsiteX5" fmla="*/ 0 w 3573108"/>
                <a:gd name="connsiteY5" fmla="*/ 0 h 3505316"/>
                <a:gd name="connsiteX6" fmla="*/ 0 w 3573108"/>
                <a:gd name="connsiteY6" fmla="*/ 0 h 3505316"/>
                <a:gd name="connsiteX7" fmla="*/ 3481668 w 3573108"/>
                <a:gd name="connsiteY7" fmla="*/ 0 h 3505316"/>
                <a:gd name="connsiteX8" fmla="*/ 3573108 w 3573108"/>
                <a:gd name="connsiteY8" fmla="*/ 91440 h 3505316"/>
                <a:gd name="connsiteX0" fmla="*/ 3481668 w 4137884"/>
                <a:gd name="connsiteY0" fmla="*/ 0 h 3505316"/>
                <a:gd name="connsiteX1" fmla="*/ 3481668 w 4137884"/>
                <a:gd name="connsiteY1" fmla="*/ 3505316 h 3505316"/>
                <a:gd name="connsiteX2" fmla="*/ 3481668 w 4137884"/>
                <a:gd name="connsiteY2" fmla="*/ 3505316 h 3505316"/>
                <a:gd name="connsiteX3" fmla="*/ 0 w 4137884"/>
                <a:gd name="connsiteY3" fmla="*/ 3505316 h 3505316"/>
                <a:gd name="connsiteX4" fmla="*/ 0 w 4137884"/>
                <a:gd name="connsiteY4" fmla="*/ 3505316 h 3505316"/>
                <a:gd name="connsiteX5" fmla="*/ 0 w 4137884"/>
                <a:gd name="connsiteY5" fmla="*/ 0 h 3505316"/>
                <a:gd name="connsiteX6" fmla="*/ 0 w 4137884"/>
                <a:gd name="connsiteY6" fmla="*/ 0 h 3505316"/>
                <a:gd name="connsiteX7" fmla="*/ 3481668 w 4137884"/>
                <a:gd name="connsiteY7" fmla="*/ 0 h 3505316"/>
                <a:gd name="connsiteX8" fmla="*/ 4137884 w 4137884"/>
                <a:gd name="connsiteY8" fmla="*/ 199016 h 3505316"/>
                <a:gd name="connsiteX0" fmla="*/ 3481668 w 3481668"/>
                <a:gd name="connsiteY0" fmla="*/ 0 h 3505316"/>
                <a:gd name="connsiteX1" fmla="*/ 3481668 w 3481668"/>
                <a:gd name="connsiteY1" fmla="*/ 3505316 h 3505316"/>
                <a:gd name="connsiteX2" fmla="*/ 3481668 w 3481668"/>
                <a:gd name="connsiteY2" fmla="*/ 3505316 h 3505316"/>
                <a:gd name="connsiteX3" fmla="*/ 0 w 3481668"/>
                <a:gd name="connsiteY3" fmla="*/ 3505316 h 3505316"/>
                <a:gd name="connsiteX4" fmla="*/ 0 w 3481668"/>
                <a:gd name="connsiteY4" fmla="*/ 3505316 h 3505316"/>
                <a:gd name="connsiteX5" fmla="*/ 0 w 3481668"/>
                <a:gd name="connsiteY5" fmla="*/ 0 h 3505316"/>
                <a:gd name="connsiteX6" fmla="*/ 0 w 3481668"/>
                <a:gd name="connsiteY6" fmla="*/ 0 h 3505316"/>
                <a:gd name="connsiteX7" fmla="*/ 3481668 w 3481668"/>
                <a:gd name="connsiteY7" fmla="*/ 0 h 3505316"/>
                <a:gd name="connsiteX0" fmla="*/ 3481668 w 3481668"/>
                <a:gd name="connsiteY0" fmla="*/ 0 h 3505316"/>
                <a:gd name="connsiteX1" fmla="*/ 3481668 w 3481668"/>
                <a:gd name="connsiteY1" fmla="*/ 3505316 h 3505316"/>
                <a:gd name="connsiteX2" fmla="*/ 3481668 w 3481668"/>
                <a:gd name="connsiteY2" fmla="*/ 3505316 h 3505316"/>
                <a:gd name="connsiteX3" fmla="*/ 0 w 3481668"/>
                <a:gd name="connsiteY3" fmla="*/ 3505316 h 3505316"/>
                <a:gd name="connsiteX4" fmla="*/ 0 w 3481668"/>
                <a:gd name="connsiteY4" fmla="*/ 3505316 h 3505316"/>
                <a:gd name="connsiteX5" fmla="*/ 0 w 3481668"/>
                <a:gd name="connsiteY5" fmla="*/ 0 h 3505316"/>
                <a:gd name="connsiteX6" fmla="*/ 0 w 3481668"/>
                <a:gd name="connsiteY6" fmla="*/ 0 h 3505316"/>
                <a:gd name="connsiteX0" fmla="*/ 3481668 w 3481668"/>
                <a:gd name="connsiteY0" fmla="*/ 3505316 h 3505316"/>
                <a:gd name="connsiteX1" fmla="*/ 3481668 w 3481668"/>
                <a:gd name="connsiteY1" fmla="*/ 3505316 h 3505316"/>
                <a:gd name="connsiteX2" fmla="*/ 0 w 3481668"/>
                <a:gd name="connsiteY2" fmla="*/ 3505316 h 3505316"/>
                <a:gd name="connsiteX3" fmla="*/ 0 w 3481668"/>
                <a:gd name="connsiteY3" fmla="*/ 3505316 h 3505316"/>
                <a:gd name="connsiteX4" fmla="*/ 0 w 3481668"/>
                <a:gd name="connsiteY4" fmla="*/ 0 h 3505316"/>
                <a:gd name="connsiteX5" fmla="*/ 0 w 3481668"/>
                <a:gd name="connsiteY5" fmla="*/ 0 h 350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81668" h="3505316">
                  <a:moveTo>
                    <a:pt x="3481668" y="3505316"/>
                  </a:moveTo>
                  <a:lnTo>
                    <a:pt x="3481668" y="3505316"/>
                  </a:lnTo>
                  <a:lnTo>
                    <a:pt x="0" y="3505316"/>
                  </a:lnTo>
                  <a:lnTo>
                    <a:pt x="0" y="3505316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BEF44D11-0A54-B4F4-331E-6B96D8A436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691163" y="5935299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BDB7A0A-6198-DB01-83AB-531F46341C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6950" y="3454904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E34D87E-7828-3BED-4543-3B4C0CA46B21}"/>
              </a:ext>
            </a:extLst>
          </p:cNvPr>
          <p:cNvGrpSpPr/>
          <p:nvPr userDrawn="1"/>
        </p:nvGrpSpPr>
        <p:grpSpPr>
          <a:xfrm>
            <a:off x="4231036" y="4022070"/>
            <a:ext cx="2523286" cy="2679178"/>
            <a:chOff x="4231036" y="3454904"/>
            <a:chExt cx="2523286" cy="2679178"/>
          </a:xfrm>
        </p:grpSpPr>
        <p:sp>
          <p:nvSpPr>
            <p:cNvPr id="11" name="Rounded Rectangle 24">
              <a:extLst>
                <a:ext uri="{FF2B5EF4-FFF2-40B4-BE49-F238E27FC236}">
                  <a16:creationId xmlns:a16="http://schemas.microsoft.com/office/drawing/2014/main" id="{4BC203BC-2D31-485A-F534-45D83FB3C0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336514" y="3656619"/>
              <a:ext cx="2226761" cy="2381004"/>
            </a:xfrm>
            <a:custGeom>
              <a:avLst/>
              <a:gdLst>
                <a:gd name="connsiteX0" fmla="*/ 0 w 3481668"/>
                <a:gd name="connsiteY0" fmla="*/ 0 h 3505316"/>
                <a:gd name="connsiteX1" fmla="*/ 0 w 3481668"/>
                <a:gd name="connsiteY1" fmla="*/ 0 h 3505316"/>
                <a:gd name="connsiteX2" fmla="*/ 3481668 w 3481668"/>
                <a:gd name="connsiteY2" fmla="*/ 0 h 3505316"/>
                <a:gd name="connsiteX3" fmla="*/ 3481668 w 3481668"/>
                <a:gd name="connsiteY3" fmla="*/ 0 h 3505316"/>
                <a:gd name="connsiteX4" fmla="*/ 3481668 w 3481668"/>
                <a:gd name="connsiteY4" fmla="*/ 3505316 h 3505316"/>
                <a:gd name="connsiteX5" fmla="*/ 3481668 w 3481668"/>
                <a:gd name="connsiteY5" fmla="*/ 3505316 h 3505316"/>
                <a:gd name="connsiteX6" fmla="*/ 0 w 3481668"/>
                <a:gd name="connsiteY6" fmla="*/ 3505316 h 3505316"/>
                <a:gd name="connsiteX7" fmla="*/ 0 w 3481668"/>
                <a:gd name="connsiteY7" fmla="*/ 3505316 h 3505316"/>
                <a:gd name="connsiteX8" fmla="*/ 0 w 3481668"/>
                <a:gd name="connsiteY8" fmla="*/ 0 h 3505316"/>
                <a:gd name="connsiteX0" fmla="*/ 3481668 w 3573108"/>
                <a:gd name="connsiteY0" fmla="*/ 0 h 3505316"/>
                <a:gd name="connsiteX1" fmla="*/ 3481668 w 3573108"/>
                <a:gd name="connsiteY1" fmla="*/ 3505316 h 3505316"/>
                <a:gd name="connsiteX2" fmla="*/ 3481668 w 3573108"/>
                <a:gd name="connsiteY2" fmla="*/ 3505316 h 3505316"/>
                <a:gd name="connsiteX3" fmla="*/ 0 w 3573108"/>
                <a:gd name="connsiteY3" fmla="*/ 3505316 h 3505316"/>
                <a:gd name="connsiteX4" fmla="*/ 0 w 3573108"/>
                <a:gd name="connsiteY4" fmla="*/ 3505316 h 3505316"/>
                <a:gd name="connsiteX5" fmla="*/ 0 w 3573108"/>
                <a:gd name="connsiteY5" fmla="*/ 0 h 3505316"/>
                <a:gd name="connsiteX6" fmla="*/ 0 w 3573108"/>
                <a:gd name="connsiteY6" fmla="*/ 0 h 3505316"/>
                <a:gd name="connsiteX7" fmla="*/ 3481668 w 3573108"/>
                <a:gd name="connsiteY7" fmla="*/ 0 h 3505316"/>
                <a:gd name="connsiteX8" fmla="*/ 3573108 w 3573108"/>
                <a:gd name="connsiteY8" fmla="*/ 91440 h 3505316"/>
                <a:gd name="connsiteX0" fmla="*/ 3481668 w 4137884"/>
                <a:gd name="connsiteY0" fmla="*/ 0 h 3505316"/>
                <a:gd name="connsiteX1" fmla="*/ 3481668 w 4137884"/>
                <a:gd name="connsiteY1" fmla="*/ 3505316 h 3505316"/>
                <a:gd name="connsiteX2" fmla="*/ 3481668 w 4137884"/>
                <a:gd name="connsiteY2" fmla="*/ 3505316 h 3505316"/>
                <a:gd name="connsiteX3" fmla="*/ 0 w 4137884"/>
                <a:gd name="connsiteY3" fmla="*/ 3505316 h 3505316"/>
                <a:gd name="connsiteX4" fmla="*/ 0 w 4137884"/>
                <a:gd name="connsiteY4" fmla="*/ 3505316 h 3505316"/>
                <a:gd name="connsiteX5" fmla="*/ 0 w 4137884"/>
                <a:gd name="connsiteY5" fmla="*/ 0 h 3505316"/>
                <a:gd name="connsiteX6" fmla="*/ 0 w 4137884"/>
                <a:gd name="connsiteY6" fmla="*/ 0 h 3505316"/>
                <a:gd name="connsiteX7" fmla="*/ 3481668 w 4137884"/>
                <a:gd name="connsiteY7" fmla="*/ 0 h 3505316"/>
                <a:gd name="connsiteX8" fmla="*/ 4137884 w 4137884"/>
                <a:gd name="connsiteY8" fmla="*/ 199016 h 3505316"/>
                <a:gd name="connsiteX0" fmla="*/ 3481668 w 3481668"/>
                <a:gd name="connsiteY0" fmla="*/ 0 h 3505316"/>
                <a:gd name="connsiteX1" fmla="*/ 3481668 w 3481668"/>
                <a:gd name="connsiteY1" fmla="*/ 3505316 h 3505316"/>
                <a:gd name="connsiteX2" fmla="*/ 3481668 w 3481668"/>
                <a:gd name="connsiteY2" fmla="*/ 3505316 h 3505316"/>
                <a:gd name="connsiteX3" fmla="*/ 0 w 3481668"/>
                <a:gd name="connsiteY3" fmla="*/ 3505316 h 3505316"/>
                <a:gd name="connsiteX4" fmla="*/ 0 w 3481668"/>
                <a:gd name="connsiteY4" fmla="*/ 3505316 h 3505316"/>
                <a:gd name="connsiteX5" fmla="*/ 0 w 3481668"/>
                <a:gd name="connsiteY5" fmla="*/ 0 h 3505316"/>
                <a:gd name="connsiteX6" fmla="*/ 0 w 3481668"/>
                <a:gd name="connsiteY6" fmla="*/ 0 h 3505316"/>
                <a:gd name="connsiteX7" fmla="*/ 3481668 w 3481668"/>
                <a:gd name="connsiteY7" fmla="*/ 0 h 3505316"/>
                <a:gd name="connsiteX0" fmla="*/ 3481668 w 3481668"/>
                <a:gd name="connsiteY0" fmla="*/ 0 h 3505316"/>
                <a:gd name="connsiteX1" fmla="*/ 3481668 w 3481668"/>
                <a:gd name="connsiteY1" fmla="*/ 3505316 h 3505316"/>
                <a:gd name="connsiteX2" fmla="*/ 3481668 w 3481668"/>
                <a:gd name="connsiteY2" fmla="*/ 3505316 h 3505316"/>
                <a:gd name="connsiteX3" fmla="*/ 0 w 3481668"/>
                <a:gd name="connsiteY3" fmla="*/ 3505316 h 3505316"/>
                <a:gd name="connsiteX4" fmla="*/ 0 w 3481668"/>
                <a:gd name="connsiteY4" fmla="*/ 3505316 h 3505316"/>
                <a:gd name="connsiteX5" fmla="*/ 0 w 3481668"/>
                <a:gd name="connsiteY5" fmla="*/ 0 h 3505316"/>
                <a:gd name="connsiteX6" fmla="*/ 0 w 3481668"/>
                <a:gd name="connsiteY6" fmla="*/ 0 h 3505316"/>
                <a:gd name="connsiteX0" fmla="*/ 3481668 w 3481668"/>
                <a:gd name="connsiteY0" fmla="*/ 3505316 h 3505316"/>
                <a:gd name="connsiteX1" fmla="*/ 3481668 w 3481668"/>
                <a:gd name="connsiteY1" fmla="*/ 3505316 h 3505316"/>
                <a:gd name="connsiteX2" fmla="*/ 0 w 3481668"/>
                <a:gd name="connsiteY2" fmla="*/ 3505316 h 3505316"/>
                <a:gd name="connsiteX3" fmla="*/ 0 w 3481668"/>
                <a:gd name="connsiteY3" fmla="*/ 3505316 h 3505316"/>
                <a:gd name="connsiteX4" fmla="*/ 0 w 3481668"/>
                <a:gd name="connsiteY4" fmla="*/ 0 h 3505316"/>
                <a:gd name="connsiteX5" fmla="*/ 0 w 3481668"/>
                <a:gd name="connsiteY5" fmla="*/ 0 h 350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81668" h="3505316">
                  <a:moveTo>
                    <a:pt x="3481668" y="3505316"/>
                  </a:moveTo>
                  <a:lnTo>
                    <a:pt x="3481668" y="3505316"/>
                  </a:lnTo>
                  <a:lnTo>
                    <a:pt x="0" y="3505316"/>
                  </a:lnTo>
                  <a:lnTo>
                    <a:pt x="0" y="3505316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4EB6EC0-B466-7E25-560F-DB65221CD9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55539" y="5935299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445C946-5C12-71D9-0A10-E4324C04C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231036" y="3454904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65B5F83-31C9-7197-4027-2354C85DE9ED}"/>
              </a:ext>
            </a:extLst>
          </p:cNvPr>
          <p:cNvGrpSpPr/>
          <p:nvPr userDrawn="1"/>
        </p:nvGrpSpPr>
        <p:grpSpPr>
          <a:xfrm>
            <a:off x="8098797" y="4022937"/>
            <a:ext cx="2519900" cy="2678311"/>
            <a:chOff x="8098797" y="3455771"/>
            <a:chExt cx="2519900" cy="2678311"/>
          </a:xfrm>
        </p:grpSpPr>
        <p:sp>
          <p:nvSpPr>
            <p:cNvPr id="15" name="Rounded Rectangle 24">
              <a:extLst>
                <a:ext uri="{FF2B5EF4-FFF2-40B4-BE49-F238E27FC236}">
                  <a16:creationId xmlns:a16="http://schemas.microsoft.com/office/drawing/2014/main" id="{BD003E26-3B0A-9530-FA03-1DE8541DC7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198189" y="3658300"/>
              <a:ext cx="2226761" cy="2381004"/>
            </a:xfrm>
            <a:custGeom>
              <a:avLst/>
              <a:gdLst>
                <a:gd name="connsiteX0" fmla="*/ 0 w 3481668"/>
                <a:gd name="connsiteY0" fmla="*/ 0 h 3505316"/>
                <a:gd name="connsiteX1" fmla="*/ 0 w 3481668"/>
                <a:gd name="connsiteY1" fmla="*/ 0 h 3505316"/>
                <a:gd name="connsiteX2" fmla="*/ 3481668 w 3481668"/>
                <a:gd name="connsiteY2" fmla="*/ 0 h 3505316"/>
                <a:gd name="connsiteX3" fmla="*/ 3481668 w 3481668"/>
                <a:gd name="connsiteY3" fmla="*/ 0 h 3505316"/>
                <a:gd name="connsiteX4" fmla="*/ 3481668 w 3481668"/>
                <a:gd name="connsiteY4" fmla="*/ 3505316 h 3505316"/>
                <a:gd name="connsiteX5" fmla="*/ 3481668 w 3481668"/>
                <a:gd name="connsiteY5" fmla="*/ 3505316 h 3505316"/>
                <a:gd name="connsiteX6" fmla="*/ 0 w 3481668"/>
                <a:gd name="connsiteY6" fmla="*/ 3505316 h 3505316"/>
                <a:gd name="connsiteX7" fmla="*/ 0 w 3481668"/>
                <a:gd name="connsiteY7" fmla="*/ 3505316 h 3505316"/>
                <a:gd name="connsiteX8" fmla="*/ 0 w 3481668"/>
                <a:gd name="connsiteY8" fmla="*/ 0 h 3505316"/>
                <a:gd name="connsiteX0" fmla="*/ 3481668 w 3573108"/>
                <a:gd name="connsiteY0" fmla="*/ 0 h 3505316"/>
                <a:gd name="connsiteX1" fmla="*/ 3481668 w 3573108"/>
                <a:gd name="connsiteY1" fmla="*/ 3505316 h 3505316"/>
                <a:gd name="connsiteX2" fmla="*/ 3481668 w 3573108"/>
                <a:gd name="connsiteY2" fmla="*/ 3505316 h 3505316"/>
                <a:gd name="connsiteX3" fmla="*/ 0 w 3573108"/>
                <a:gd name="connsiteY3" fmla="*/ 3505316 h 3505316"/>
                <a:gd name="connsiteX4" fmla="*/ 0 w 3573108"/>
                <a:gd name="connsiteY4" fmla="*/ 3505316 h 3505316"/>
                <a:gd name="connsiteX5" fmla="*/ 0 w 3573108"/>
                <a:gd name="connsiteY5" fmla="*/ 0 h 3505316"/>
                <a:gd name="connsiteX6" fmla="*/ 0 w 3573108"/>
                <a:gd name="connsiteY6" fmla="*/ 0 h 3505316"/>
                <a:gd name="connsiteX7" fmla="*/ 3481668 w 3573108"/>
                <a:gd name="connsiteY7" fmla="*/ 0 h 3505316"/>
                <a:gd name="connsiteX8" fmla="*/ 3573108 w 3573108"/>
                <a:gd name="connsiteY8" fmla="*/ 91440 h 3505316"/>
                <a:gd name="connsiteX0" fmla="*/ 3481668 w 4137884"/>
                <a:gd name="connsiteY0" fmla="*/ 0 h 3505316"/>
                <a:gd name="connsiteX1" fmla="*/ 3481668 w 4137884"/>
                <a:gd name="connsiteY1" fmla="*/ 3505316 h 3505316"/>
                <a:gd name="connsiteX2" fmla="*/ 3481668 w 4137884"/>
                <a:gd name="connsiteY2" fmla="*/ 3505316 h 3505316"/>
                <a:gd name="connsiteX3" fmla="*/ 0 w 4137884"/>
                <a:gd name="connsiteY3" fmla="*/ 3505316 h 3505316"/>
                <a:gd name="connsiteX4" fmla="*/ 0 w 4137884"/>
                <a:gd name="connsiteY4" fmla="*/ 3505316 h 3505316"/>
                <a:gd name="connsiteX5" fmla="*/ 0 w 4137884"/>
                <a:gd name="connsiteY5" fmla="*/ 0 h 3505316"/>
                <a:gd name="connsiteX6" fmla="*/ 0 w 4137884"/>
                <a:gd name="connsiteY6" fmla="*/ 0 h 3505316"/>
                <a:gd name="connsiteX7" fmla="*/ 3481668 w 4137884"/>
                <a:gd name="connsiteY7" fmla="*/ 0 h 3505316"/>
                <a:gd name="connsiteX8" fmla="*/ 4137884 w 4137884"/>
                <a:gd name="connsiteY8" fmla="*/ 199016 h 3505316"/>
                <a:gd name="connsiteX0" fmla="*/ 3481668 w 3481668"/>
                <a:gd name="connsiteY0" fmla="*/ 0 h 3505316"/>
                <a:gd name="connsiteX1" fmla="*/ 3481668 w 3481668"/>
                <a:gd name="connsiteY1" fmla="*/ 3505316 h 3505316"/>
                <a:gd name="connsiteX2" fmla="*/ 3481668 w 3481668"/>
                <a:gd name="connsiteY2" fmla="*/ 3505316 h 3505316"/>
                <a:gd name="connsiteX3" fmla="*/ 0 w 3481668"/>
                <a:gd name="connsiteY3" fmla="*/ 3505316 h 3505316"/>
                <a:gd name="connsiteX4" fmla="*/ 0 w 3481668"/>
                <a:gd name="connsiteY4" fmla="*/ 3505316 h 3505316"/>
                <a:gd name="connsiteX5" fmla="*/ 0 w 3481668"/>
                <a:gd name="connsiteY5" fmla="*/ 0 h 3505316"/>
                <a:gd name="connsiteX6" fmla="*/ 0 w 3481668"/>
                <a:gd name="connsiteY6" fmla="*/ 0 h 3505316"/>
                <a:gd name="connsiteX7" fmla="*/ 3481668 w 3481668"/>
                <a:gd name="connsiteY7" fmla="*/ 0 h 3505316"/>
                <a:gd name="connsiteX0" fmla="*/ 3481668 w 3481668"/>
                <a:gd name="connsiteY0" fmla="*/ 0 h 3505316"/>
                <a:gd name="connsiteX1" fmla="*/ 3481668 w 3481668"/>
                <a:gd name="connsiteY1" fmla="*/ 3505316 h 3505316"/>
                <a:gd name="connsiteX2" fmla="*/ 3481668 w 3481668"/>
                <a:gd name="connsiteY2" fmla="*/ 3505316 h 3505316"/>
                <a:gd name="connsiteX3" fmla="*/ 0 w 3481668"/>
                <a:gd name="connsiteY3" fmla="*/ 3505316 h 3505316"/>
                <a:gd name="connsiteX4" fmla="*/ 0 w 3481668"/>
                <a:gd name="connsiteY4" fmla="*/ 3505316 h 3505316"/>
                <a:gd name="connsiteX5" fmla="*/ 0 w 3481668"/>
                <a:gd name="connsiteY5" fmla="*/ 0 h 3505316"/>
                <a:gd name="connsiteX6" fmla="*/ 0 w 3481668"/>
                <a:gd name="connsiteY6" fmla="*/ 0 h 3505316"/>
                <a:gd name="connsiteX0" fmla="*/ 3481668 w 3481668"/>
                <a:gd name="connsiteY0" fmla="*/ 3505316 h 3505316"/>
                <a:gd name="connsiteX1" fmla="*/ 3481668 w 3481668"/>
                <a:gd name="connsiteY1" fmla="*/ 3505316 h 3505316"/>
                <a:gd name="connsiteX2" fmla="*/ 0 w 3481668"/>
                <a:gd name="connsiteY2" fmla="*/ 3505316 h 3505316"/>
                <a:gd name="connsiteX3" fmla="*/ 0 w 3481668"/>
                <a:gd name="connsiteY3" fmla="*/ 3505316 h 3505316"/>
                <a:gd name="connsiteX4" fmla="*/ 0 w 3481668"/>
                <a:gd name="connsiteY4" fmla="*/ 0 h 3505316"/>
                <a:gd name="connsiteX5" fmla="*/ 0 w 3481668"/>
                <a:gd name="connsiteY5" fmla="*/ 0 h 350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81668" h="3505316">
                  <a:moveTo>
                    <a:pt x="3481668" y="3505316"/>
                  </a:moveTo>
                  <a:lnTo>
                    <a:pt x="3481668" y="3505316"/>
                  </a:lnTo>
                  <a:lnTo>
                    <a:pt x="0" y="3505316"/>
                  </a:lnTo>
                  <a:lnTo>
                    <a:pt x="0" y="3505316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D9E3472-2688-408D-F31B-9BE1005DB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419914" y="5935299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C81E04E-B059-42D8-1D0C-C79A34BFD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098797" y="3455771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E75CF47-105F-945E-7D7E-CE093E52E846}"/>
              </a:ext>
            </a:extLst>
          </p:cNvPr>
          <p:cNvGrpSpPr/>
          <p:nvPr userDrawn="1"/>
        </p:nvGrpSpPr>
        <p:grpSpPr>
          <a:xfrm>
            <a:off x="1606262" y="1468735"/>
            <a:ext cx="2486777" cy="2679180"/>
            <a:chOff x="1606262" y="1468735"/>
            <a:chExt cx="2486777" cy="2679180"/>
          </a:xfrm>
        </p:grpSpPr>
        <p:sp>
          <p:nvSpPr>
            <p:cNvPr id="19" name="Rounded Rectangle 24">
              <a:extLst>
                <a:ext uri="{FF2B5EF4-FFF2-40B4-BE49-F238E27FC236}">
                  <a16:creationId xmlns:a16="http://schemas.microsoft.com/office/drawing/2014/main" id="{CC24ACFD-D793-5188-B42E-1E897F8C7D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1764510" y="1561711"/>
              <a:ext cx="2226761" cy="2381004"/>
            </a:xfrm>
            <a:custGeom>
              <a:avLst/>
              <a:gdLst>
                <a:gd name="connsiteX0" fmla="*/ 0 w 3481668"/>
                <a:gd name="connsiteY0" fmla="*/ 0 h 3505316"/>
                <a:gd name="connsiteX1" fmla="*/ 0 w 3481668"/>
                <a:gd name="connsiteY1" fmla="*/ 0 h 3505316"/>
                <a:gd name="connsiteX2" fmla="*/ 3481668 w 3481668"/>
                <a:gd name="connsiteY2" fmla="*/ 0 h 3505316"/>
                <a:gd name="connsiteX3" fmla="*/ 3481668 w 3481668"/>
                <a:gd name="connsiteY3" fmla="*/ 0 h 3505316"/>
                <a:gd name="connsiteX4" fmla="*/ 3481668 w 3481668"/>
                <a:gd name="connsiteY4" fmla="*/ 3505316 h 3505316"/>
                <a:gd name="connsiteX5" fmla="*/ 3481668 w 3481668"/>
                <a:gd name="connsiteY5" fmla="*/ 3505316 h 3505316"/>
                <a:gd name="connsiteX6" fmla="*/ 0 w 3481668"/>
                <a:gd name="connsiteY6" fmla="*/ 3505316 h 3505316"/>
                <a:gd name="connsiteX7" fmla="*/ 0 w 3481668"/>
                <a:gd name="connsiteY7" fmla="*/ 3505316 h 3505316"/>
                <a:gd name="connsiteX8" fmla="*/ 0 w 3481668"/>
                <a:gd name="connsiteY8" fmla="*/ 0 h 3505316"/>
                <a:gd name="connsiteX0" fmla="*/ 3481668 w 3573108"/>
                <a:gd name="connsiteY0" fmla="*/ 0 h 3505316"/>
                <a:gd name="connsiteX1" fmla="*/ 3481668 w 3573108"/>
                <a:gd name="connsiteY1" fmla="*/ 3505316 h 3505316"/>
                <a:gd name="connsiteX2" fmla="*/ 3481668 w 3573108"/>
                <a:gd name="connsiteY2" fmla="*/ 3505316 h 3505316"/>
                <a:gd name="connsiteX3" fmla="*/ 0 w 3573108"/>
                <a:gd name="connsiteY3" fmla="*/ 3505316 h 3505316"/>
                <a:gd name="connsiteX4" fmla="*/ 0 w 3573108"/>
                <a:gd name="connsiteY4" fmla="*/ 3505316 h 3505316"/>
                <a:gd name="connsiteX5" fmla="*/ 0 w 3573108"/>
                <a:gd name="connsiteY5" fmla="*/ 0 h 3505316"/>
                <a:gd name="connsiteX6" fmla="*/ 0 w 3573108"/>
                <a:gd name="connsiteY6" fmla="*/ 0 h 3505316"/>
                <a:gd name="connsiteX7" fmla="*/ 3481668 w 3573108"/>
                <a:gd name="connsiteY7" fmla="*/ 0 h 3505316"/>
                <a:gd name="connsiteX8" fmla="*/ 3573108 w 3573108"/>
                <a:gd name="connsiteY8" fmla="*/ 91440 h 3505316"/>
                <a:gd name="connsiteX0" fmla="*/ 3481668 w 4137884"/>
                <a:gd name="connsiteY0" fmla="*/ 0 h 3505316"/>
                <a:gd name="connsiteX1" fmla="*/ 3481668 w 4137884"/>
                <a:gd name="connsiteY1" fmla="*/ 3505316 h 3505316"/>
                <a:gd name="connsiteX2" fmla="*/ 3481668 w 4137884"/>
                <a:gd name="connsiteY2" fmla="*/ 3505316 h 3505316"/>
                <a:gd name="connsiteX3" fmla="*/ 0 w 4137884"/>
                <a:gd name="connsiteY3" fmla="*/ 3505316 h 3505316"/>
                <a:gd name="connsiteX4" fmla="*/ 0 w 4137884"/>
                <a:gd name="connsiteY4" fmla="*/ 3505316 h 3505316"/>
                <a:gd name="connsiteX5" fmla="*/ 0 w 4137884"/>
                <a:gd name="connsiteY5" fmla="*/ 0 h 3505316"/>
                <a:gd name="connsiteX6" fmla="*/ 0 w 4137884"/>
                <a:gd name="connsiteY6" fmla="*/ 0 h 3505316"/>
                <a:gd name="connsiteX7" fmla="*/ 3481668 w 4137884"/>
                <a:gd name="connsiteY7" fmla="*/ 0 h 3505316"/>
                <a:gd name="connsiteX8" fmla="*/ 4137884 w 4137884"/>
                <a:gd name="connsiteY8" fmla="*/ 199016 h 3505316"/>
                <a:gd name="connsiteX0" fmla="*/ 3481668 w 3481668"/>
                <a:gd name="connsiteY0" fmla="*/ 0 h 3505316"/>
                <a:gd name="connsiteX1" fmla="*/ 3481668 w 3481668"/>
                <a:gd name="connsiteY1" fmla="*/ 3505316 h 3505316"/>
                <a:gd name="connsiteX2" fmla="*/ 3481668 w 3481668"/>
                <a:gd name="connsiteY2" fmla="*/ 3505316 h 3505316"/>
                <a:gd name="connsiteX3" fmla="*/ 0 w 3481668"/>
                <a:gd name="connsiteY3" fmla="*/ 3505316 h 3505316"/>
                <a:gd name="connsiteX4" fmla="*/ 0 w 3481668"/>
                <a:gd name="connsiteY4" fmla="*/ 3505316 h 3505316"/>
                <a:gd name="connsiteX5" fmla="*/ 0 w 3481668"/>
                <a:gd name="connsiteY5" fmla="*/ 0 h 3505316"/>
                <a:gd name="connsiteX6" fmla="*/ 0 w 3481668"/>
                <a:gd name="connsiteY6" fmla="*/ 0 h 3505316"/>
                <a:gd name="connsiteX7" fmla="*/ 3481668 w 3481668"/>
                <a:gd name="connsiteY7" fmla="*/ 0 h 3505316"/>
                <a:gd name="connsiteX0" fmla="*/ 3481668 w 3481668"/>
                <a:gd name="connsiteY0" fmla="*/ 0 h 3505316"/>
                <a:gd name="connsiteX1" fmla="*/ 3481668 w 3481668"/>
                <a:gd name="connsiteY1" fmla="*/ 3505316 h 3505316"/>
                <a:gd name="connsiteX2" fmla="*/ 3481668 w 3481668"/>
                <a:gd name="connsiteY2" fmla="*/ 3505316 h 3505316"/>
                <a:gd name="connsiteX3" fmla="*/ 0 w 3481668"/>
                <a:gd name="connsiteY3" fmla="*/ 3505316 h 3505316"/>
                <a:gd name="connsiteX4" fmla="*/ 0 w 3481668"/>
                <a:gd name="connsiteY4" fmla="*/ 3505316 h 3505316"/>
                <a:gd name="connsiteX5" fmla="*/ 0 w 3481668"/>
                <a:gd name="connsiteY5" fmla="*/ 0 h 3505316"/>
                <a:gd name="connsiteX6" fmla="*/ 0 w 3481668"/>
                <a:gd name="connsiteY6" fmla="*/ 0 h 3505316"/>
                <a:gd name="connsiteX0" fmla="*/ 3481668 w 3481668"/>
                <a:gd name="connsiteY0" fmla="*/ 3505316 h 3505316"/>
                <a:gd name="connsiteX1" fmla="*/ 3481668 w 3481668"/>
                <a:gd name="connsiteY1" fmla="*/ 3505316 h 3505316"/>
                <a:gd name="connsiteX2" fmla="*/ 0 w 3481668"/>
                <a:gd name="connsiteY2" fmla="*/ 3505316 h 3505316"/>
                <a:gd name="connsiteX3" fmla="*/ 0 w 3481668"/>
                <a:gd name="connsiteY3" fmla="*/ 3505316 h 3505316"/>
                <a:gd name="connsiteX4" fmla="*/ 0 w 3481668"/>
                <a:gd name="connsiteY4" fmla="*/ 0 h 3505316"/>
                <a:gd name="connsiteX5" fmla="*/ 0 w 3481668"/>
                <a:gd name="connsiteY5" fmla="*/ 0 h 350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81668" h="3505316">
                  <a:moveTo>
                    <a:pt x="3481668" y="3505316"/>
                  </a:moveTo>
                  <a:lnTo>
                    <a:pt x="3481668" y="3505316"/>
                  </a:lnTo>
                  <a:lnTo>
                    <a:pt x="0" y="3505316"/>
                  </a:lnTo>
                  <a:lnTo>
                    <a:pt x="0" y="3505316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A7AAC8D-C780-DD07-FB08-3D84CF0150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06262" y="1468735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755834E-B5C7-896C-41B3-C9AA1CF225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894256" y="3949132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F3D40A7-96C6-7325-D74E-0BAAF95B0348}"/>
              </a:ext>
            </a:extLst>
          </p:cNvPr>
          <p:cNvGrpSpPr/>
          <p:nvPr userDrawn="1"/>
        </p:nvGrpSpPr>
        <p:grpSpPr>
          <a:xfrm>
            <a:off x="5472033" y="1468735"/>
            <a:ext cx="2492391" cy="2679180"/>
            <a:chOff x="5472033" y="1468735"/>
            <a:chExt cx="2492391" cy="2679180"/>
          </a:xfrm>
        </p:grpSpPr>
        <p:sp>
          <p:nvSpPr>
            <p:cNvPr id="24" name="Rounded Rectangle 24">
              <a:extLst>
                <a:ext uri="{FF2B5EF4-FFF2-40B4-BE49-F238E27FC236}">
                  <a16:creationId xmlns:a16="http://schemas.microsoft.com/office/drawing/2014/main" id="{E8634FC8-AA45-1D4D-41A5-0045D067C9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5641896" y="1560107"/>
              <a:ext cx="2226761" cy="2381004"/>
            </a:xfrm>
            <a:custGeom>
              <a:avLst/>
              <a:gdLst>
                <a:gd name="connsiteX0" fmla="*/ 0 w 3481668"/>
                <a:gd name="connsiteY0" fmla="*/ 0 h 3505316"/>
                <a:gd name="connsiteX1" fmla="*/ 0 w 3481668"/>
                <a:gd name="connsiteY1" fmla="*/ 0 h 3505316"/>
                <a:gd name="connsiteX2" fmla="*/ 3481668 w 3481668"/>
                <a:gd name="connsiteY2" fmla="*/ 0 h 3505316"/>
                <a:gd name="connsiteX3" fmla="*/ 3481668 w 3481668"/>
                <a:gd name="connsiteY3" fmla="*/ 0 h 3505316"/>
                <a:gd name="connsiteX4" fmla="*/ 3481668 w 3481668"/>
                <a:gd name="connsiteY4" fmla="*/ 3505316 h 3505316"/>
                <a:gd name="connsiteX5" fmla="*/ 3481668 w 3481668"/>
                <a:gd name="connsiteY5" fmla="*/ 3505316 h 3505316"/>
                <a:gd name="connsiteX6" fmla="*/ 0 w 3481668"/>
                <a:gd name="connsiteY6" fmla="*/ 3505316 h 3505316"/>
                <a:gd name="connsiteX7" fmla="*/ 0 w 3481668"/>
                <a:gd name="connsiteY7" fmla="*/ 3505316 h 3505316"/>
                <a:gd name="connsiteX8" fmla="*/ 0 w 3481668"/>
                <a:gd name="connsiteY8" fmla="*/ 0 h 3505316"/>
                <a:gd name="connsiteX0" fmla="*/ 3481668 w 3573108"/>
                <a:gd name="connsiteY0" fmla="*/ 0 h 3505316"/>
                <a:gd name="connsiteX1" fmla="*/ 3481668 w 3573108"/>
                <a:gd name="connsiteY1" fmla="*/ 3505316 h 3505316"/>
                <a:gd name="connsiteX2" fmla="*/ 3481668 w 3573108"/>
                <a:gd name="connsiteY2" fmla="*/ 3505316 h 3505316"/>
                <a:gd name="connsiteX3" fmla="*/ 0 w 3573108"/>
                <a:gd name="connsiteY3" fmla="*/ 3505316 h 3505316"/>
                <a:gd name="connsiteX4" fmla="*/ 0 w 3573108"/>
                <a:gd name="connsiteY4" fmla="*/ 3505316 h 3505316"/>
                <a:gd name="connsiteX5" fmla="*/ 0 w 3573108"/>
                <a:gd name="connsiteY5" fmla="*/ 0 h 3505316"/>
                <a:gd name="connsiteX6" fmla="*/ 0 w 3573108"/>
                <a:gd name="connsiteY6" fmla="*/ 0 h 3505316"/>
                <a:gd name="connsiteX7" fmla="*/ 3481668 w 3573108"/>
                <a:gd name="connsiteY7" fmla="*/ 0 h 3505316"/>
                <a:gd name="connsiteX8" fmla="*/ 3573108 w 3573108"/>
                <a:gd name="connsiteY8" fmla="*/ 91440 h 3505316"/>
                <a:gd name="connsiteX0" fmla="*/ 3481668 w 4137884"/>
                <a:gd name="connsiteY0" fmla="*/ 0 h 3505316"/>
                <a:gd name="connsiteX1" fmla="*/ 3481668 w 4137884"/>
                <a:gd name="connsiteY1" fmla="*/ 3505316 h 3505316"/>
                <a:gd name="connsiteX2" fmla="*/ 3481668 w 4137884"/>
                <a:gd name="connsiteY2" fmla="*/ 3505316 h 3505316"/>
                <a:gd name="connsiteX3" fmla="*/ 0 w 4137884"/>
                <a:gd name="connsiteY3" fmla="*/ 3505316 h 3505316"/>
                <a:gd name="connsiteX4" fmla="*/ 0 w 4137884"/>
                <a:gd name="connsiteY4" fmla="*/ 3505316 h 3505316"/>
                <a:gd name="connsiteX5" fmla="*/ 0 w 4137884"/>
                <a:gd name="connsiteY5" fmla="*/ 0 h 3505316"/>
                <a:gd name="connsiteX6" fmla="*/ 0 w 4137884"/>
                <a:gd name="connsiteY6" fmla="*/ 0 h 3505316"/>
                <a:gd name="connsiteX7" fmla="*/ 3481668 w 4137884"/>
                <a:gd name="connsiteY7" fmla="*/ 0 h 3505316"/>
                <a:gd name="connsiteX8" fmla="*/ 4137884 w 4137884"/>
                <a:gd name="connsiteY8" fmla="*/ 199016 h 3505316"/>
                <a:gd name="connsiteX0" fmla="*/ 3481668 w 3481668"/>
                <a:gd name="connsiteY0" fmla="*/ 0 h 3505316"/>
                <a:gd name="connsiteX1" fmla="*/ 3481668 w 3481668"/>
                <a:gd name="connsiteY1" fmla="*/ 3505316 h 3505316"/>
                <a:gd name="connsiteX2" fmla="*/ 3481668 w 3481668"/>
                <a:gd name="connsiteY2" fmla="*/ 3505316 h 3505316"/>
                <a:gd name="connsiteX3" fmla="*/ 0 w 3481668"/>
                <a:gd name="connsiteY3" fmla="*/ 3505316 h 3505316"/>
                <a:gd name="connsiteX4" fmla="*/ 0 w 3481668"/>
                <a:gd name="connsiteY4" fmla="*/ 3505316 h 3505316"/>
                <a:gd name="connsiteX5" fmla="*/ 0 w 3481668"/>
                <a:gd name="connsiteY5" fmla="*/ 0 h 3505316"/>
                <a:gd name="connsiteX6" fmla="*/ 0 w 3481668"/>
                <a:gd name="connsiteY6" fmla="*/ 0 h 3505316"/>
                <a:gd name="connsiteX7" fmla="*/ 3481668 w 3481668"/>
                <a:gd name="connsiteY7" fmla="*/ 0 h 3505316"/>
                <a:gd name="connsiteX0" fmla="*/ 3481668 w 3481668"/>
                <a:gd name="connsiteY0" fmla="*/ 0 h 3505316"/>
                <a:gd name="connsiteX1" fmla="*/ 3481668 w 3481668"/>
                <a:gd name="connsiteY1" fmla="*/ 3505316 h 3505316"/>
                <a:gd name="connsiteX2" fmla="*/ 3481668 w 3481668"/>
                <a:gd name="connsiteY2" fmla="*/ 3505316 h 3505316"/>
                <a:gd name="connsiteX3" fmla="*/ 0 w 3481668"/>
                <a:gd name="connsiteY3" fmla="*/ 3505316 h 3505316"/>
                <a:gd name="connsiteX4" fmla="*/ 0 w 3481668"/>
                <a:gd name="connsiteY4" fmla="*/ 3505316 h 3505316"/>
                <a:gd name="connsiteX5" fmla="*/ 0 w 3481668"/>
                <a:gd name="connsiteY5" fmla="*/ 0 h 3505316"/>
                <a:gd name="connsiteX6" fmla="*/ 0 w 3481668"/>
                <a:gd name="connsiteY6" fmla="*/ 0 h 3505316"/>
                <a:gd name="connsiteX0" fmla="*/ 3481668 w 3481668"/>
                <a:gd name="connsiteY0" fmla="*/ 3505316 h 3505316"/>
                <a:gd name="connsiteX1" fmla="*/ 3481668 w 3481668"/>
                <a:gd name="connsiteY1" fmla="*/ 3505316 h 3505316"/>
                <a:gd name="connsiteX2" fmla="*/ 0 w 3481668"/>
                <a:gd name="connsiteY2" fmla="*/ 3505316 h 3505316"/>
                <a:gd name="connsiteX3" fmla="*/ 0 w 3481668"/>
                <a:gd name="connsiteY3" fmla="*/ 3505316 h 3505316"/>
                <a:gd name="connsiteX4" fmla="*/ 0 w 3481668"/>
                <a:gd name="connsiteY4" fmla="*/ 0 h 3505316"/>
                <a:gd name="connsiteX5" fmla="*/ 0 w 3481668"/>
                <a:gd name="connsiteY5" fmla="*/ 0 h 350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81668" h="3505316">
                  <a:moveTo>
                    <a:pt x="3481668" y="3505316"/>
                  </a:moveTo>
                  <a:lnTo>
                    <a:pt x="3481668" y="3505316"/>
                  </a:lnTo>
                  <a:lnTo>
                    <a:pt x="0" y="3505316"/>
                  </a:lnTo>
                  <a:lnTo>
                    <a:pt x="0" y="3505316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57BBEDC-DE34-CECB-4508-DDD5D63727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72033" y="1468735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8E38120-7946-0D28-A127-23C1F9B60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765641" y="3949132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B58CFD4-852D-4B39-D204-3EB0869E1FE6}"/>
              </a:ext>
            </a:extLst>
          </p:cNvPr>
          <p:cNvGrpSpPr/>
          <p:nvPr userDrawn="1"/>
        </p:nvGrpSpPr>
        <p:grpSpPr>
          <a:xfrm>
            <a:off x="9337804" y="1468735"/>
            <a:ext cx="2498005" cy="2679180"/>
            <a:chOff x="9337804" y="1468735"/>
            <a:chExt cx="2498005" cy="2679180"/>
          </a:xfrm>
        </p:grpSpPr>
        <p:sp>
          <p:nvSpPr>
            <p:cNvPr id="28" name="Rounded Rectangle 24">
              <a:extLst>
                <a:ext uri="{FF2B5EF4-FFF2-40B4-BE49-F238E27FC236}">
                  <a16:creationId xmlns:a16="http://schemas.microsoft.com/office/drawing/2014/main" id="{305F0D8C-8A5D-FA97-8CB4-9ED5382147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9509656" y="1568128"/>
              <a:ext cx="2226761" cy="2381004"/>
            </a:xfrm>
            <a:custGeom>
              <a:avLst/>
              <a:gdLst>
                <a:gd name="connsiteX0" fmla="*/ 0 w 3481668"/>
                <a:gd name="connsiteY0" fmla="*/ 0 h 3505316"/>
                <a:gd name="connsiteX1" fmla="*/ 0 w 3481668"/>
                <a:gd name="connsiteY1" fmla="*/ 0 h 3505316"/>
                <a:gd name="connsiteX2" fmla="*/ 3481668 w 3481668"/>
                <a:gd name="connsiteY2" fmla="*/ 0 h 3505316"/>
                <a:gd name="connsiteX3" fmla="*/ 3481668 w 3481668"/>
                <a:gd name="connsiteY3" fmla="*/ 0 h 3505316"/>
                <a:gd name="connsiteX4" fmla="*/ 3481668 w 3481668"/>
                <a:gd name="connsiteY4" fmla="*/ 3505316 h 3505316"/>
                <a:gd name="connsiteX5" fmla="*/ 3481668 w 3481668"/>
                <a:gd name="connsiteY5" fmla="*/ 3505316 h 3505316"/>
                <a:gd name="connsiteX6" fmla="*/ 0 w 3481668"/>
                <a:gd name="connsiteY6" fmla="*/ 3505316 h 3505316"/>
                <a:gd name="connsiteX7" fmla="*/ 0 w 3481668"/>
                <a:gd name="connsiteY7" fmla="*/ 3505316 h 3505316"/>
                <a:gd name="connsiteX8" fmla="*/ 0 w 3481668"/>
                <a:gd name="connsiteY8" fmla="*/ 0 h 3505316"/>
                <a:gd name="connsiteX0" fmla="*/ 3481668 w 3573108"/>
                <a:gd name="connsiteY0" fmla="*/ 0 h 3505316"/>
                <a:gd name="connsiteX1" fmla="*/ 3481668 w 3573108"/>
                <a:gd name="connsiteY1" fmla="*/ 3505316 h 3505316"/>
                <a:gd name="connsiteX2" fmla="*/ 3481668 w 3573108"/>
                <a:gd name="connsiteY2" fmla="*/ 3505316 h 3505316"/>
                <a:gd name="connsiteX3" fmla="*/ 0 w 3573108"/>
                <a:gd name="connsiteY3" fmla="*/ 3505316 h 3505316"/>
                <a:gd name="connsiteX4" fmla="*/ 0 w 3573108"/>
                <a:gd name="connsiteY4" fmla="*/ 3505316 h 3505316"/>
                <a:gd name="connsiteX5" fmla="*/ 0 w 3573108"/>
                <a:gd name="connsiteY5" fmla="*/ 0 h 3505316"/>
                <a:gd name="connsiteX6" fmla="*/ 0 w 3573108"/>
                <a:gd name="connsiteY6" fmla="*/ 0 h 3505316"/>
                <a:gd name="connsiteX7" fmla="*/ 3481668 w 3573108"/>
                <a:gd name="connsiteY7" fmla="*/ 0 h 3505316"/>
                <a:gd name="connsiteX8" fmla="*/ 3573108 w 3573108"/>
                <a:gd name="connsiteY8" fmla="*/ 91440 h 3505316"/>
                <a:gd name="connsiteX0" fmla="*/ 3481668 w 4137884"/>
                <a:gd name="connsiteY0" fmla="*/ 0 h 3505316"/>
                <a:gd name="connsiteX1" fmla="*/ 3481668 w 4137884"/>
                <a:gd name="connsiteY1" fmla="*/ 3505316 h 3505316"/>
                <a:gd name="connsiteX2" fmla="*/ 3481668 w 4137884"/>
                <a:gd name="connsiteY2" fmla="*/ 3505316 h 3505316"/>
                <a:gd name="connsiteX3" fmla="*/ 0 w 4137884"/>
                <a:gd name="connsiteY3" fmla="*/ 3505316 h 3505316"/>
                <a:gd name="connsiteX4" fmla="*/ 0 w 4137884"/>
                <a:gd name="connsiteY4" fmla="*/ 3505316 h 3505316"/>
                <a:gd name="connsiteX5" fmla="*/ 0 w 4137884"/>
                <a:gd name="connsiteY5" fmla="*/ 0 h 3505316"/>
                <a:gd name="connsiteX6" fmla="*/ 0 w 4137884"/>
                <a:gd name="connsiteY6" fmla="*/ 0 h 3505316"/>
                <a:gd name="connsiteX7" fmla="*/ 3481668 w 4137884"/>
                <a:gd name="connsiteY7" fmla="*/ 0 h 3505316"/>
                <a:gd name="connsiteX8" fmla="*/ 4137884 w 4137884"/>
                <a:gd name="connsiteY8" fmla="*/ 199016 h 3505316"/>
                <a:gd name="connsiteX0" fmla="*/ 3481668 w 3481668"/>
                <a:gd name="connsiteY0" fmla="*/ 0 h 3505316"/>
                <a:gd name="connsiteX1" fmla="*/ 3481668 w 3481668"/>
                <a:gd name="connsiteY1" fmla="*/ 3505316 h 3505316"/>
                <a:gd name="connsiteX2" fmla="*/ 3481668 w 3481668"/>
                <a:gd name="connsiteY2" fmla="*/ 3505316 h 3505316"/>
                <a:gd name="connsiteX3" fmla="*/ 0 w 3481668"/>
                <a:gd name="connsiteY3" fmla="*/ 3505316 h 3505316"/>
                <a:gd name="connsiteX4" fmla="*/ 0 w 3481668"/>
                <a:gd name="connsiteY4" fmla="*/ 3505316 h 3505316"/>
                <a:gd name="connsiteX5" fmla="*/ 0 w 3481668"/>
                <a:gd name="connsiteY5" fmla="*/ 0 h 3505316"/>
                <a:gd name="connsiteX6" fmla="*/ 0 w 3481668"/>
                <a:gd name="connsiteY6" fmla="*/ 0 h 3505316"/>
                <a:gd name="connsiteX7" fmla="*/ 3481668 w 3481668"/>
                <a:gd name="connsiteY7" fmla="*/ 0 h 3505316"/>
                <a:gd name="connsiteX0" fmla="*/ 3481668 w 3481668"/>
                <a:gd name="connsiteY0" fmla="*/ 0 h 3505316"/>
                <a:gd name="connsiteX1" fmla="*/ 3481668 w 3481668"/>
                <a:gd name="connsiteY1" fmla="*/ 3505316 h 3505316"/>
                <a:gd name="connsiteX2" fmla="*/ 3481668 w 3481668"/>
                <a:gd name="connsiteY2" fmla="*/ 3505316 h 3505316"/>
                <a:gd name="connsiteX3" fmla="*/ 0 w 3481668"/>
                <a:gd name="connsiteY3" fmla="*/ 3505316 h 3505316"/>
                <a:gd name="connsiteX4" fmla="*/ 0 w 3481668"/>
                <a:gd name="connsiteY4" fmla="*/ 3505316 h 3505316"/>
                <a:gd name="connsiteX5" fmla="*/ 0 w 3481668"/>
                <a:gd name="connsiteY5" fmla="*/ 0 h 3505316"/>
                <a:gd name="connsiteX6" fmla="*/ 0 w 3481668"/>
                <a:gd name="connsiteY6" fmla="*/ 0 h 3505316"/>
                <a:gd name="connsiteX0" fmla="*/ 3481668 w 3481668"/>
                <a:gd name="connsiteY0" fmla="*/ 3505316 h 3505316"/>
                <a:gd name="connsiteX1" fmla="*/ 3481668 w 3481668"/>
                <a:gd name="connsiteY1" fmla="*/ 3505316 h 3505316"/>
                <a:gd name="connsiteX2" fmla="*/ 0 w 3481668"/>
                <a:gd name="connsiteY2" fmla="*/ 3505316 h 3505316"/>
                <a:gd name="connsiteX3" fmla="*/ 0 w 3481668"/>
                <a:gd name="connsiteY3" fmla="*/ 3505316 h 3505316"/>
                <a:gd name="connsiteX4" fmla="*/ 0 w 3481668"/>
                <a:gd name="connsiteY4" fmla="*/ 0 h 3505316"/>
                <a:gd name="connsiteX5" fmla="*/ 0 w 3481668"/>
                <a:gd name="connsiteY5" fmla="*/ 0 h 350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81668" h="3505316">
                  <a:moveTo>
                    <a:pt x="3481668" y="3505316"/>
                  </a:moveTo>
                  <a:lnTo>
                    <a:pt x="3481668" y="3505316"/>
                  </a:lnTo>
                  <a:lnTo>
                    <a:pt x="0" y="3505316"/>
                  </a:lnTo>
                  <a:lnTo>
                    <a:pt x="0" y="3505316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A4B38F4-9D14-8C3E-5400-810290DA6C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37804" y="1468735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61262C4-56A3-D5A6-84A9-98855854D8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7026" y="3949132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97338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655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3" y="285210"/>
            <a:ext cx="10653578" cy="9651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1384847"/>
            <a:ext cx="10653579" cy="4905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1172" y="6490524"/>
            <a:ext cx="2841959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072E1B28-DB45-4001-B295-7D7933E04419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3370" y="6490524"/>
            <a:ext cx="2662834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8431" y="6490524"/>
            <a:ext cx="457200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09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740" r:id="rId3"/>
    <p:sldLayoutId id="2147483686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  <p:sldLayoutId id="2147483721" r:id="rId30"/>
    <p:sldLayoutId id="2147483722" r:id="rId31"/>
    <p:sldLayoutId id="2147483723" r:id="rId32"/>
    <p:sldLayoutId id="2147483724" r:id="rId33"/>
    <p:sldLayoutId id="2147483725" r:id="rId34"/>
    <p:sldLayoutId id="2147483726" r:id="rId35"/>
    <p:sldLayoutId id="2147483727" r:id="rId36"/>
    <p:sldLayoutId id="214748372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  <p:sldLayoutId id="2147483741" r:id="rId47"/>
    <p:sldLayoutId id="2147483742" r:id="rId48"/>
    <p:sldLayoutId id="2147483743" r:id="rId4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svg"/><Relationship Id="rId7" Type="http://schemas.microsoft.com/office/2007/relationships/hdphoto" Target="../media/hdphoto2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23.svg"/><Relationship Id="rId9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32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image" Target="../media/image19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4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diagramLayout" Target="../diagrams/layout2.xml"/><Relationship Id="rId7" Type="http://schemas.openxmlformats.org/officeDocument/2006/relationships/image" Target="../media/image32.sv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10" Type="http://schemas.openxmlformats.org/officeDocument/2006/relationships/image" Target="../media/image19.pn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34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diagramLayout" Target="../diagrams/layout3.xml"/><Relationship Id="rId7" Type="http://schemas.openxmlformats.org/officeDocument/2006/relationships/image" Target="../media/image32.sv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10" Type="http://schemas.openxmlformats.org/officeDocument/2006/relationships/image" Target="../media/image19.png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3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A38E9-D21E-DE68-38AC-F56AEA15B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rmAutofit fontScale="90000"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Procurement to pay process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247F861-42CF-FE05-F8FD-7EBB0D76F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/>
          <a:lstStyle/>
          <a:p>
            <a:pPr lvl="0"/>
            <a:fld id="{84C450F2-3BB4-4AE4-8A35-A9D7AEA4C850}" type="slidenum">
              <a:rPr lang="en-US" noProof="0" smtClean="0"/>
              <a:pPr lvl="0"/>
              <a:t>1</a:t>
            </a:fld>
            <a:endParaRPr lang="en-US" noProof="0" dirty="0"/>
          </a:p>
        </p:txBody>
      </p:sp>
      <p:pic>
        <p:nvPicPr>
          <p:cNvPr id="10" name="Picture 9" descr="Ey logo - free Icon PNG, SVG">
            <a:extLst>
              <a:ext uri="{FF2B5EF4-FFF2-40B4-BE49-F238E27FC236}">
                <a16:creationId xmlns:a16="http://schemas.microsoft.com/office/drawing/2014/main" id="{D70F2AB9-CFEF-EB41-3B9E-43541F64E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487" y="0"/>
            <a:ext cx="2632812" cy="131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14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C04E6-B771-F1FA-85F4-B7984DE55A8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2414016"/>
            <a:ext cx="5870448" cy="38587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The procure to pay process is how an organization procures the goods and services it needs to do business.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It is the process of requisitioning, purchasing, receiving, paying for, and accounting for goods and services, covering the entire process from point of order right through to payment.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DC894-A40D-FD0D-CF41-FEE5AF09B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BEEF81-2EA0-A357-FA81-776EFB44BC4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36092"/>
          <a:stretch>
            <a:fillRect/>
          </a:stretch>
        </p:blipFill>
        <p:spPr>
          <a:xfrm>
            <a:off x="7226427" y="2052447"/>
            <a:ext cx="4422004" cy="34480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CDDA7F-180A-1FF8-A133-F34E422A5D47}"/>
              </a:ext>
            </a:extLst>
          </p:cNvPr>
          <p:cNvSpPr txBox="1"/>
          <p:nvPr/>
        </p:nvSpPr>
        <p:spPr>
          <a:xfrm>
            <a:off x="905256" y="959840"/>
            <a:ext cx="3150221" cy="10926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500" dirty="0">
                <a:solidFill>
                  <a:schemeClr val="accent6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What is P2P?</a:t>
            </a:r>
          </a:p>
        </p:txBody>
      </p:sp>
      <p:pic>
        <p:nvPicPr>
          <p:cNvPr id="7" name="Picture 6" descr="Ey logo - free Icon PNG, SVG">
            <a:extLst>
              <a:ext uri="{FF2B5EF4-FFF2-40B4-BE49-F238E27FC236}">
                <a16:creationId xmlns:a16="http://schemas.microsoft.com/office/drawing/2014/main" id="{C0E2259E-A2E3-3154-F260-D57196E313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7487" y="0"/>
            <a:ext cx="2632812" cy="131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52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6657D6-5548-A4ED-3E46-E4B9F6D61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78A65-FD42-3390-A9BA-C3A4769E204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42561" y="1722120"/>
            <a:ext cx="5873114" cy="385876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Ensure timely procurement of goods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Control costs and spending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Maintain proper approval and compliance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Improve operational efficiency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Ensure accurate payment processing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Maintain proper vendor management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Prevent fraud and errors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Improve visibility and tracking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Support better decision making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Enable automation and process standardization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D70D4-BB09-57EB-5E87-7611ACB9C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190E438-92D0-DF80-C5E9-075B759BB32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214148">
            <a:off x="-2528888" y="2819399"/>
            <a:ext cx="9496425" cy="22288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8FDC8B-98E9-68B6-7E0F-5D47DDDDD202}"/>
              </a:ext>
            </a:extLst>
          </p:cNvPr>
          <p:cNvSpPr txBox="1"/>
          <p:nvPr/>
        </p:nvSpPr>
        <p:spPr>
          <a:xfrm>
            <a:off x="5242561" y="530072"/>
            <a:ext cx="2536272" cy="10926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500" dirty="0">
                <a:solidFill>
                  <a:schemeClr val="accent6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Objectives</a:t>
            </a:r>
          </a:p>
        </p:txBody>
      </p:sp>
      <p:pic>
        <p:nvPicPr>
          <p:cNvPr id="5" name="Picture 4" descr="Ey logo - free Icon PNG, SVG">
            <a:extLst>
              <a:ext uri="{FF2B5EF4-FFF2-40B4-BE49-F238E27FC236}">
                <a16:creationId xmlns:a16="http://schemas.microsoft.com/office/drawing/2014/main" id="{AEFB7A61-6AF0-92AE-96B2-1270E3654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487" y="0"/>
            <a:ext cx="2632812" cy="131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5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DCEA74-E865-38F1-BB2B-7D27F5298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88CFE4-39CB-DA8A-9F94-B0C702A8A8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/>
              <a:t>Ensure authorized procurement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DC253D-CE94-97E9-3F50-433D1F93E8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30458" y="1537065"/>
            <a:ext cx="2265363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Key Objective: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E54C2C-61E3-6FD5-E679-710FD80FEB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  <a:p>
            <a:pPr algn="ctr"/>
            <a:r>
              <a:rPr lang="en-US" dirty="0"/>
              <a:t>      Unauthorized purchases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F88B4B3-D49F-25DC-34CD-DD997CE2526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IDENTIFY THE NEED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6D9993D-97FD-ED70-74C1-EA6E9A6D478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PURCHASE REQUISITON (PR)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1A310B3-9CE4-8C0A-0280-1B8C353EB9E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REQUEST FOR QUOTATION (RFQ)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8270BCA1-FE2B-CFF4-6258-0B62992B4F2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SUPPLIER SELECTION</a:t>
            </a:r>
          </a:p>
        </p:txBody>
      </p:sp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79096A8A-972F-6598-8847-DE4CA234E80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PURCHASE ORDER (PO)</a:t>
            </a:r>
          </a:p>
          <a:p>
            <a:endParaRPr lang="en-US" dirty="0"/>
          </a:p>
        </p:txBody>
      </p:sp>
      <p:sp>
        <p:nvSpPr>
          <p:cNvPr id="99" name="Text Placeholder 98">
            <a:extLst>
              <a:ext uri="{FF2B5EF4-FFF2-40B4-BE49-F238E27FC236}">
                <a16:creationId xmlns:a16="http://schemas.microsoft.com/office/drawing/2014/main" id="{B9B4E464-75D6-3F63-9181-F073E58DE6A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00" name="Text Placeholder 99">
            <a:extLst>
              <a:ext uri="{FF2B5EF4-FFF2-40B4-BE49-F238E27FC236}">
                <a16:creationId xmlns:a16="http://schemas.microsoft.com/office/drawing/2014/main" id="{5458B295-BD68-F04A-4D0B-A13C3475CFB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01" name="Text Placeholder 100">
            <a:extLst>
              <a:ext uri="{FF2B5EF4-FFF2-40B4-BE49-F238E27FC236}">
                <a16:creationId xmlns:a16="http://schemas.microsoft.com/office/drawing/2014/main" id="{51039D2B-95F2-CA80-1B26-A60729CA58C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102" name="Text Placeholder 101">
            <a:extLst>
              <a:ext uri="{FF2B5EF4-FFF2-40B4-BE49-F238E27FC236}">
                <a16:creationId xmlns:a16="http://schemas.microsoft.com/office/drawing/2014/main" id="{A8672300-2D1D-1242-75C0-07607177D91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103" name="Text Placeholder 102">
            <a:extLst>
              <a:ext uri="{FF2B5EF4-FFF2-40B4-BE49-F238E27FC236}">
                <a16:creationId xmlns:a16="http://schemas.microsoft.com/office/drawing/2014/main" id="{30E6E631-A845-A30C-C02C-8A79D882948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D2A39C75-4DE5-F66F-0C4F-4DC339E485AC}"/>
              </a:ext>
            </a:extLst>
          </p:cNvPr>
          <p:cNvSpPr txBox="1">
            <a:spLocks/>
          </p:cNvSpPr>
          <p:nvPr/>
        </p:nvSpPr>
        <p:spPr>
          <a:xfrm>
            <a:off x="5452722" y="1537065"/>
            <a:ext cx="2265363" cy="30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solidFill>
                  <a:schemeClr val="accent1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Key Risk: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D33705C-842C-CE32-A852-65F312D46FA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588EDC2-C5C2-E2FB-AAC3-ABDCB33443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IN" dirty="0"/>
          </a:p>
          <a:p>
            <a:pPr algn="ctr"/>
            <a:r>
              <a:rPr lang="en-IN" dirty="0"/>
              <a:t>Approval workflow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8F6E9F56-3668-1EDF-432C-B933539D3DF4}"/>
              </a:ext>
            </a:extLst>
          </p:cNvPr>
          <p:cNvSpPr txBox="1">
            <a:spLocks/>
          </p:cNvSpPr>
          <p:nvPr/>
        </p:nvSpPr>
        <p:spPr>
          <a:xfrm>
            <a:off x="9361045" y="1547708"/>
            <a:ext cx="2265363" cy="30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solidFill>
                  <a:schemeClr val="accent1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Key Control: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EEE21B-24F2-5014-AFDC-CA4D8D7D230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137007">
            <a:off x="6032823" y="4561702"/>
            <a:ext cx="9496425" cy="2228850"/>
          </a:xfrm>
          <a:prstGeom prst="rect">
            <a:avLst/>
          </a:prstGeom>
        </p:spPr>
      </p:pic>
      <p:pic>
        <p:nvPicPr>
          <p:cNvPr id="7" name="Picture Placeholder 12" descr="Research">
            <a:extLst>
              <a:ext uri="{FF2B5EF4-FFF2-40B4-BE49-F238E27FC236}">
                <a16:creationId xmlns:a16="http://schemas.microsoft.com/office/drawing/2014/main" id="{2BF24CAE-17BC-8103-E1A6-ABEA30EA4C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941098" y="4755160"/>
            <a:ext cx="429768" cy="429768"/>
          </a:xfrm>
          <a:prstGeom prst="rect">
            <a:avLst/>
          </a:prstGeom>
        </p:spPr>
      </p:pic>
      <p:pic>
        <p:nvPicPr>
          <p:cNvPr id="8" name="Picture Placeholder 13" descr="Presentation with bar chart">
            <a:extLst>
              <a:ext uri="{FF2B5EF4-FFF2-40B4-BE49-F238E27FC236}">
                <a16:creationId xmlns:a16="http://schemas.microsoft.com/office/drawing/2014/main" id="{C51A72EA-562A-73BA-FECE-687A715774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3154120" y="6011655"/>
            <a:ext cx="429768" cy="429768"/>
          </a:xfrm>
          <a:prstGeom prst="rect">
            <a:avLst/>
          </a:prstGeom>
        </p:spPr>
      </p:pic>
      <p:pic>
        <p:nvPicPr>
          <p:cNvPr id="19" name="Picture 18" descr="Shopping cart ">
            <a:extLst>
              <a:ext uri="{FF2B5EF4-FFF2-40B4-BE49-F238E27FC236}">
                <a16:creationId xmlns:a16="http://schemas.microsoft.com/office/drawing/2014/main" id="{E5C54978-C410-4915-980E-D1990312457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537996" y="4176814"/>
            <a:ext cx="397064" cy="397064"/>
          </a:xfrm>
          <a:prstGeom prst="rect">
            <a:avLst/>
          </a:prstGeom>
        </p:spPr>
      </p:pic>
      <p:pic>
        <p:nvPicPr>
          <p:cNvPr id="20" name="Picture 19" descr="Recruitment ">
            <a:extLst>
              <a:ext uri="{FF2B5EF4-FFF2-40B4-BE49-F238E27FC236}">
                <a16:creationId xmlns:a16="http://schemas.microsoft.com/office/drawing/2014/main" id="{07AF9BAF-5C3B-AEB7-CF51-0C34EC9B1F26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07476" y="3899275"/>
            <a:ext cx="529619" cy="529619"/>
          </a:xfrm>
          <a:prstGeom prst="rect">
            <a:avLst/>
          </a:prstGeom>
        </p:spPr>
      </p:pic>
      <p:pic>
        <p:nvPicPr>
          <p:cNvPr id="22" name="Picture 21" descr="Google docs ">
            <a:extLst>
              <a:ext uri="{FF2B5EF4-FFF2-40B4-BE49-F238E27FC236}">
                <a16:creationId xmlns:a16="http://schemas.microsoft.com/office/drawing/2014/main" id="{E2CE7C53-66AF-D96B-23EB-EF2D03CFD062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36339" y="5430322"/>
            <a:ext cx="329449" cy="32944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F77ED07-9560-A938-4D8D-02E96ACE7978}"/>
              </a:ext>
            </a:extLst>
          </p:cNvPr>
          <p:cNvSpPr txBox="1"/>
          <p:nvPr/>
        </p:nvSpPr>
        <p:spPr>
          <a:xfrm>
            <a:off x="757362" y="155809"/>
            <a:ext cx="7552067" cy="10926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500" dirty="0">
                <a:solidFill>
                  <a:schemeClr val="accent6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Procurement to Pay Process Flow</a:t>
            </a:r>
          </a:p>
        </p:txBody>
      </p:sp>
      <p:pic>
        <p:nvPicPr>
          <p:cNvPr id="12" name="Picture 11" descr="Ey logo - free Icon PNG, SVG">
            <a:extLst>
              <a:ext uri="{FF2B5EF4-FFF2-40B4-BE49-F238E27FC236}">
                <a16:creationId xmlns:a16="http://schemas.microsoft.com/office/drawing/2014/main" id="{9FD7B395-4D43-1FFF-CD0E-C15D753576B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07487" y="0"/>
            <a:ext cx="2632812" cy="1316407"/>
          </a:xfrm>
          <a:prstGeom prst="rect">
            <a:avLst/>
          </a:prstGeom>
        </p:spPr>
      </p:pic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9A7BFC91-4133-DDDE-127A-B06A4E26962F}"/>
              </a:ext>
            </a:extLst>
          </p:cNvPr>
          <p:cNvSpPr txBox="1">
            <a:spLocks/>
          </p:cNvSpPr>
          <p:nvPr/>
        </p:nvSpPr>
        <p:spPr>
          <a:xfrm>
            <a:off x="3154120" y="3288193"/>
            <a:ext cx="1554480" cy="8391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5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SAP Table -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EBAN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0D726BE2-CC6D-B23E-0091-73177B1E1790}"/>
              </a:ext>
            </a:extLst>
          </p:cNvPr>
          <p:cNvSpPr txBox="1">
            <a:spLocks/>
          </p:cNvSpPr>
          <p:nvPr/>
        </p:nvSpPr>
        <p:spPr>
          <a:xfrm>
            <a:off x="9537996" y="3288193"/>
            <a:ext cx="1658767" cy="8391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5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SAP Tables –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EKKO, EKPO, EKET, EKBE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D11012A2-4FEE-397E-748A-05FCAF97BEBC}"/>
              </a:ext>
            </a:extLst>
          </p:cNvPr>
          <p:cNvSpPr txBox="1">
            <a:spLocks/>
          </p:cNvSpPr>
          <p:nvPr/>
        </p:nvSpPr>
        <p:spPr>
          <a:xfrm>
            <a:off x="7410038" y="3193017"/>
            <a:ext cx="1554480" cy="8391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5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SAP Table –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LFA1</a:t>
            </a:r>
          </a:p>
        </p:txBody>
      </p:sp>
    </p:spTree>
    <p:extLst>
      <p:ext uri="{BB962C8B-B14F-4D97-AF65-F5344CB8AC3E}">
        <p14:creationId xmlns:p14="http://schemas.microsoft.com/office/powerpoint/2010/main" val="2414311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2835657-5DA0-1A6D-5167-12F6EB432C6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ORDER FULFILMENT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DB0A2FA-5D96-215B-CC72-FB61D8525AA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GOODS RECEIVED NOTE (GRN)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948CEE70-39A4-44B7-C3E9-34D19AB5B88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lang="en-US" dirty="0"/>
              <a:t>INVOICE RECEIVED 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30255E1E-52F3-FD18-1B19-D42D6870D75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INVOICE PROCESSING</a:t>
            </a:r>
          </a:p>
        </p:txBody>
      </p:sp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E12194B4-7038-6077-795A-394B86080A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lvl="0"/>
            <a:r>
              <a:rPr lang="en-US" dirty="0"/>
              <a:t>ACCOUNTS PAYABLE </a:t>
            </a:r>
          </a:p>
          <a:p>
            <a:endParaRPr lang="en-US" dirty="0"/>
          </a:p>
        </p:txBody>
      </p:sp>
      <p:sp>
        <p:nvSpPr>
          <p:cNvPr id="99" name="Text Placeholder 98">
            <a:extLst>
              <a:ext uri="{FF2B5EF4-FFF2-40B4-BE49-F238E27FC236}">
                <a16:creationId xmlns:a16="http://schemas.microsoft.com/office/drawing/2014/main" id="{4B15B48F-323D-D53A-284E-ECFCF1B4776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100" name="Text Placeholder 99">
            <a:extLst>
              <a:ext uri="{FF2B5EF4-FFF2-40B4-BE49-F238E27FC236}">
                <a16:creationId xmlns:a16="http://schemas.microsoft.com/office/drawing/2014/main" id="{10991830-5611-7EA5-5C05-EB305E105A5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7</a:t>
            </a:r>
          </a:p>
        </p:txBody>
      </p:sp>
      <p:sp>
        <p:nvSpPr>
          <p:cNvPr id="101" name="Text Placeholder 100">
            <a:extLst>
              <a:ext uri="{FF2B5EF4-FFF2-40B4-BE49-F238E27FC236}">
                <a16:creationId xmlns:a16="http://schemas.microsoft.com/office/drawing/2014/main" id="{5D75CF1C-89C8-3658-E1C1-3B208B1E7D7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102" name="Text Placeholder 101">
            <a:extLst>
              <a:ext uri="{FF2B5EF4-FFF2-40B4-BE49-F238E27FC236}">
                <a16:creationId xmlns:a16="http://schemas.microsoft.com/office/drawing/2014/main" id="{028BE212-50F0-A359-7C63-B91DE555EBC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9</a:t>
            </a:r>
          </a:p>
        </p:txBody>
      </p:sp>
      <p:sp>
        <p:nvSpPr>
          <p:cNvPr id="103" name="Text Placeholder 102">
            <a:extLst>
              <a:ext uri="{FF2B5EF4-FFF2-40B4-BE49-F238E27FC236}">
                <a16:creationId xmlns:a16="http://schemas.microsoft.com/office/drawing/2014/main" id="{19F7CB68-3005-C3CF-3A55-43B3FA72542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10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9A82FC5-291B-1529-56E4-B739D78B79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315" y="1181873"/>
            <a:ext cx="2787650" cy="1154112"/>
          </a:xfrm>
        </p:spPr>
        <p:txBody>
          <a:bodyPr/>
          <a:lstStyle/>
          <a:p>
            <a:pPr algn="ctr"/>
            <a:endParaRPr lang="en-IN" dirty="0"/>
          </a:p>
          <a:p>
            <a:pPr algn="ctr"/>
            <a:r>
              <a:rPr lang="en-IN" dirty="0"/>
              <a:t>Duplicate/Fraudulent payments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FC6E7DA9-CCBD-29F8-6BA1-D832267A4BA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7610" y="1181873"/>
            <a:ext cx="4226814" cy="1154112"/>
          </a:xfrm>
        </p:spPr>
        <p:txBody>
          <a:bodyPr/>
          <a:lstStyle/>
          <a:p>
            <a:endParaRPr lang="en-US" dirty="0"/>
          </a:p>
          <a:p>
            <a:pPr algn="ctr"/>
            <a:r>
              <a:rPr lang="en-IN" dirty="0"/>
              <a:t>Ensure accurate payment processing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EA8C21E8-1A82-2E14-A39C-1338A09280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30458" y="1539213"/>
            <a:ext cx="2265363" cy="304800"/>
          </a:xfrm>
        </p:spPr>
        <p:txBody>
          <a:bodyPr/>
          <a:lstStyle/>
          <a:p>
            <a:pPr algn="ctr"/>
            <a:r>
              <a:rPr lang="en-IN" dirty="0"/>
              <a:t>Key Risk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E9F8673D-04EE-AEB2-3452-7A633F829671}"/>
              </a:ext>
            </a:extLst>
          </p:cNvPr>
          <p:cNvSpPr txBox="1">
            <a:spLocks/>
          </p:cNvSpPr>
          <p:nvPr/>
        </p:nvSpPr>
        <p:spPr>
          <a:xfrm>
            <a:off x="4718335" y="1539213"/>
            <a:ext cx="2265363" cy="30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solidFill>
                  <a:schemeClr val="accent1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Key Objective: </a:t>
            </a:r>
          </a:p>
        </p:txBody>
      </p:sp>
      <p:sp>
        <p:nvSpPr>
          <p:cNvPr id="34" name="Text Placeholder 16">
            <a:extLst>
              <a:ext uri="{FF2B5EF4-FFF2-40B4-BE49-F238E27FC236}">
                <a16:creationId xmlns:a16="http://schemas.microsoft.com/office/drawing/2014/main" id="{78513D9B-71B8-40E4-ECCE-6D6D2C1CED56}"/>
              </a:ext>
            </a:extLst>
          </p:cNvPr>
          <p:cNvSpPr txBox="1">
            <a:spLocks/>
          </p:cNvSpPr>
          <p:nvPr/>
        </p:nvSpPr>
        <p:spPr>
          <a:xfrm>
            <a:off x="8090410" y="1181873"/>
            <a:ext cx="3232276" cy="1154112"/>
          </a:xfrm>
          <a:prstGeom prst="rect">
            <a:avLst/>
          </a:prstGeom>
          <a:solidFill>
            <a:schemeClr val="accent1"/>
          </a:solidFill>
        </p:spPr>
        <p:txBody>
          <a:bodyPr vert="horz" lIns="274320" tIns="45720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accent1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  <a:p>
            <a:pPr algn="ctr"/>
            <a:r>
              <a:rPr lang="en-IN" dirty="0"/>
              <a:t>3-way matching &amp; segregation of duties</a:t>
            </a:r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4925D008-F181-301A-6A88-E3323B1F6BF9}"/>
              </a:ext>
            </a:extLst>
          </p:cNvPr>
          <p:cNvSpPr txBox="1">
            <a:spLocks/>
          </p:cNvSpPr>
          <p:nvPr/>
        </p:nvSpPr>
        <p:spPr>
          <a:xfrm>
            <a:off x="9136225" y="1539213"/>
            <a:ext cx="2265363" cy="30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solidFill>
                  <a:schemeClr val="accent1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Key Control: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40421D1-CE6E-4559-40F9-3BBA8189EA3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137007">
            <a:off x="6032823" y="4561702"/>
            <a:ext cx="9496425" cy="22288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BF206D5-FB8F-6602-D110-69B12BB0208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26161" y="4754880"/>
            <a:ext cx="445196" cy="4451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7C23C8-8F10-1986-0A18-89643C18564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V="1">
            <a:off x="3218443" y="6006218"/>
            <a:ext cx="408931" cy="4089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0E50DC-8C52-5A54-729E-1ACFE6B6B4FC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12154" y="5326318"/>
            <a:ext cx="438862" cy="438862"/>
          </a:xfrm>
          <a:prstGeom prst="rect">
            <a:avLst/>
          </a:prstGeom>
        </p:spPr>
      </p:pic>
      <p:pic>
        <p:nvPicPr>
          <p:cNvPr id="7" name="Picture 6" descr="Engineering ">
            <a:extLst>
              <a:ext uri="{FF2B5EF4-FFF2-40B4-BE49-F238E27FC236}">
                <a16:creationId xmlns:a16="http://schemas.microsoft.com/office/drawing/2014/main" id="{61966993-C4A2-CD15-43D6-14C80CA2D785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51618" y="3792555"/>
            <a:ext cx="638792" cy="6387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C9B43F8-3364-93FD-B04B-3ECAAE3DA1D2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741274" y="3991950"/>
            <a:ext cx="718946" cy="718946"/>
          </a:xfrm>
          <a:prstGeom prst="rect">
            <a:avLst/>
          </a:prstGeom>
        </p:spPr>
      </p:pic>
      <p:pic>
        <p:nvPicPr>
          <p:cNvPr id="8" name="Picture 7" descr="Ey logo - free Icon PNG, SVG">
            <a:extLst>
              <a:ext uri="{FF2B5EF4-FFF2-40B4-BE49-F238E27FC236}">
                <a16:creationId xmlns:a16="http://schemas.microsoft.com/office/drawing/2014/main" id="{41126A36-751B-0B81-6EBE-F6A20E44CC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07487" y="0"/>
            <a:ext cx="2632812" cy="131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332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AA0E06B-BB38-335C-E13B-7140E4E871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985073"/>
              </p:ext>
            </p:extLst>
          </p:nvPr>
        </p:nvGraphicFramePr>
        <p:xfrm>
          <a:off x="1762491" y="1334240"/>
          <a:ext cx="8981709" cy="5109377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694305">
                  <a:extLst>
                    <a:ext uri="{9D8B030D-6E8A-4147-A177-3AD203B41FA5}">
                      <a16:colId xmlns:a16="http://schemas.microsoft.com/office/drawing/2014/main" val="3092456988"/>
                    </a:ext>
                  </a:extLst>
                </a:gridCol>
                <a:gridCol w="1996253">
                  <a:extLst>
                    <a:ext uri="{9D8B030D-6E8A-4147-A177-3AD203B41FA5}">
                      <a16:colId xmlns:a16="http://schemas.microsoft.com/office/drawing/2014/main" val="679898822"/>
                    </a:ext>
                  </a:extLst>
                </a:gridCol>
                <a:gridCol w="1996253">
                  <a:extLst>
                    <a:ext uri="{9D8B030D-6E8A-4147-A177-3AD203B41FA5}">
                      <a16:colId xmlns:a16="http://schemas.microsoft.com/office/drawing/2014/main" val="229127116"/>
                    </a:ext>
                  </a:extLst>
                </a:gridCol>
                <a:gridCol w="2294898">
                  <a:extLst>
                    <a:ext uri="{9D8B030D-6E8A-4147-A177-3AD203B41FA5}">
                      <a16:colId xmlns:a16="http://schemas.microsoft.com/office/drawing/2014/main" val="518952288"/>
                    </a:ext>
                  </a:extLst>
                </a:gridCol>
              </a:tblGrid>
              <a:tr h="28532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Risk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Impact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Solution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P2P Stage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1422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Unauthorized Purchases</a:t>
                      </a:r>
                    </a:p>
                    <a:p>
                      <a:endParaRPr lang="en-IN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Company spends money without proper approval</a:t>
                      </a:r>
                    </a:p>
                    <a:p>
                      <a:endParaRPr lang="en-IN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Approval workflow, DOA controls</a:t>
                      </a:r>
                    </a:p>
                    <a:p>
                      <a:endParaRPr lang="en-IN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Purchase Requisition / Approval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93837406"/>
                  </a:ext>
                </a:extLst>
              </a:tr>
              <a:tr h="5706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Fake or Duplicate Vendors</a:t>
                      </a:r>
                    </a:p>
                    <a:p>
                      <a:endParaRPr lang="en-IN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Payments may be made to fraudulent vendors</a:t>
                      </a:r>
                    </a:p>
                    <a:p>
                      <a:endParaRPr lang="en-IN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,Vendor master review</a:t>
                      </a:r>
                    </a:p>
                    <a:p>
                      <a:endParaRPr lang="en-IN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Vendor Creation</a:t>
                      </a:r>
                    </a:p>
                    <a:p>
                      <a:endParaRPr lang="en-IN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355423"/>
                  </a:ext>
                </a:extLst>
              </a:tr>
              <a:tr h="5706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Duplicate Payments</a:t>
                      </a:r>
                    </a:p>
                    <a:p>
                      <a:endParaRPr lang="en-IN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Same invoice gets paid multiple times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System duplicate invoice checks</a:t>
                      </a:r>
                    </a:p>
                    <a:p>
                      <a:endParaRPr lang="en-IN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Invoice Processing / Payment</a:t>
                      </a:r>
                    </a:p>
                    <a:p>
                      <a:endParaRPr lang="en-IN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9850450"/>
                  </a:ext>
                </a:extLst>
              </a:tr>
              <a:tr h="5706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Incorrect Invoice Processing</a:t>
                      </a:r>
                    </a:p>
                    <a:p>
                      <a:endParaRPr lang="en-IN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Wrong amount may be paid</a:t>
                      </a:r>
                    </a:p>
                    <a:p>
                      <a:endParaRPr lang="en-IN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3-way matching (PO-GRN-Invoice)</a:t>
                      </a:r>
                    </a:p>
                    <a:p>
                      <a:endParaRPr lang="en-IN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Invoice Processing</a:t>
                      </a:r>
                    </a:p>
                    <a:p>
                      <a:endParaRPr lang="en-IN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3204308"/>
                  </a:ext>
                </a:extLst>
              </a:tr>
              <a:tr h="7133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Goods Received but Not Recorded</a:t>
                      </a:r>
                    </a:p>
                    <a:p>
                      <a:endParaRPr lang="en-IN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Inventory and financial records become inaccurate</a:t>
                      </a:r>
                    </a:p>
                    <a:p>
                      <a:endParaRPr lang="en-IN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Timely GRN posting</a:t>
                      </a:r>
                    </a:p>
                    <a:p>
                      <a:endParaRPr lang="en-IN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Goods Receipt</a:t>
                      </a:r>
                    </a:p>
                    <a:p>
                      <a:endParaRPr lang="en-IN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500829"/>
                  </a:ext>
                </a:extLst>
              </a:tr>
              <a:tr h="628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Payment Fraud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Financial loss and reputational damage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Segregation of duties, payment verification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Payment 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64329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27399E8-B5C3-0C88-CB3E-B9A780514F68}"/>
              </a:ext>
            </a:extLst>
          </p:cNvPr>
          <p:cNvSpPr txBox="1"/>
          <p:nvPr/>
        </p:nvSpPr>
        <p:spPr>
          <a:xfrm>
            <a:off x="3838890" y="441815"/>
            <a:ext cx="4820550" cy="10926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500" dirty="0">
                <a:solidFill>
                  <a:schemeClr val="accent6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Risks in P2P Process</a:t>
            </a:r>
          </a:p>
        </p:txBody>
      </p:sp>
      <p:pic>
        <p:nvPicPr>
          <p:cNvPr id="3" name="Picture 2" descr="Ey logo - free Icon PNG, SVG">
            <a:extLst>
              <a:ext uri="{FF2B5EF4-FFF2-40B4-BE49-F238E27FC236}">
                <a16:creationId xmlns:a16="http://schemas.microsoft.com/office/drawing/2014/main" id="{B6A49B9F-A211-5A51-14B2-4C92081B0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487" y="0"/>
            <a:ext cx="2632812" cy="131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690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7C0B35-0BD4-5AF4-CBFB-648715BE8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68B6117-3117-7AFE-3C64-949EBD9EFE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2366306"/>
              </p:ext>
            </p:extLst>
          </p:nvPr>
        </p:nvGraphicFramePr>
        <p:xfrm>
          <a:off x="1762491" y="1306808"/>
          <a:ext cx="8940802" cy="5198232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694305">
                  <a:extLst>
                    <a:ext uri="{9D8B030D-6E8A-4147-A177-3AD203B41FA5}">
                      <a16:colId xmlns:a16="http://schemas.microsoft.com/office/drawing/2014/main" val="3092456988"/>
                    </a:ext>
                  </a:extLst>
                </a:gridCol>
                <a:gridCol w="1996253">
                  <a:extLst>
                    <a:ext uri="{9D8B030D-6E8A-4147-A177-3AD203B41FA5}">
                      <a16:colId xmlns:a16="http://schemas.microsoft.com/office/drawing/2014/main" val="679898822"/>
                    </a:ext>
                  </a:extLst>
                </a:gridCol>
                <a:gridCol w="1996253">
                  <a:extLst>
                    <a:ext uri="{9D8B030D-6E8A-4147-A177-3AD203B41FA5}">
                      <a16:colId xmlns:a16="http://schemas.microsoft.com/office/drawing/2014/main" val="229127116"/>
                    </a:ext>
                  </a:extLst>
                </a:gridCol>
                <a:gridCol w="2253991">
                  <a:extLst>
                    <a:ext uri="{9D8B030D-6E8A-4147-A177-3AD203B41FA5}">
                      <a16:colId xmlns:a16="http://schemas.microsoft.com/office/drawing/2014/main" val="518952288"/>
                    </a:ext>
                  </a:extLst>
                </a:gridCol>
              </a:tblGrid>
              <a:tr h="28532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P2P Stage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1422143"/>
                  </a:ext>
                </a:extLst>
              </a:tr>
              <a:tr h="887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Weak Segregation of Duties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Increased risk of fraud and errors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Role-based access controls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Role-based access controls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3837406"/>
                  </a:ext>
                </a:extLst>
              </a:tr>
              <a:tr h="827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Delayed Payments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Late fees and poor supplier relationships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Payment reminders and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Accounts Payable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8355423"/>
                  </a:ext>
                </a:extLst>
              </a:tr>
              <a:tr h="8373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dirty="0"/>
                        <a:t>Overpayment to Vendors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dirty="0"/>
                        <a:t>Excess cash outflow and financial loss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dirty="0"/>
                        <a:t>Invoice validation and tolerance limits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dirty="0"/>
                        <a:t>Invoice 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9850450"/>
                  </a:ext>
                </a:extLst>
              </a:tr>
              <a:tr h="7102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Maverick Spending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Purchases made outside procurement policy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Approved vendor lists and procurement controls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Requisition / Purchasing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3204308"/>
                  </a:ext>
                </a:extLst>
              </a:tr>
              <a:tr h="8971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Purchase Order Manipulation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Unauthorized changes to PO value or quantity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Change logs and approval workflow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Purchase Order Creation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9500829"/>
                  </a:ext>
                </a:extLst>
              </a:tr>
              <a:tr h="6721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Contract Non-Compliance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Purchases not aligned with negotiated contracts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Contract monitoring and compliance checks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Purchasing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64329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898C755-4B88-FCDF-DED7-F96D3A5605EE}"/>
              </a:ext>
            </a:extLst>
          </p:cNvPr>
          <p:cNvSpPr txBox="1"/>
          <p:nvPr/>
        </p:nvSpPr>
        <p:spPr>
          <a:xfrm>
            <a:off x="3838890" y="441815"/>
            <a:ext cx="4820550" cy="10926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500" dirty="0">
                <a:solidFill>
                  <a:schemeClr val="accent6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Risks in P2P Process</a:t>
            </a:r>
          </a:p>
        </p:txBody>
      </p:sp>
      <p:pic>
        <p:nvPicPr>
          <p:cNvPr id="5" name="Picture 4" descr="Ey logo - free Icon PNG, SVG">
            <a:extLst>
              <a:ext uri="{FF2B5EF4-FFF2-40B4-BE49-F238E27FC236}">
                <a16:creationId xmlns:a16="http://schemas.microsoft.com/office/drawing/2014/main" id="{A79D3B7B-105E-27B2-6F88-C33E7CFA2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487" y="9939"/>
            <a:ext cx="2632812" cy="131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301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12AF06-8007-6057-7388-ACDAD2053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6787D989-B096-F773-1407-5BF2702B16F0}"/>
              </a:ext>
            </a:extLst>
          </p:cNvPr>
          <p:cNvGrpSpPr/>
          <p:nvPr/>
        </p:nvGrpSpPr>
        <p:grpSpPr>
          <a:xfrm>
            <a:off x="680450" y="1471317"/>
            <a:ext cx="4382438" cy="1430909"/>
            <a:chOff x="0" y="0"/>
            <a:chExt cx="1602393" cy="642954"/>
          </a:xfrm>
          <a:solidFill>
            <a:schemeClr val="accent1">
              <a:lumMod val="90000"/>
            </a:schemeClr>
          </a:solidFill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CBCD350-E946-03A2-3768-052119B3C39C}"/>
                </a:ext>
              </a:extLst>
            </p:cNvPr>
            <p:cNvSpPr/>
            <p:nvPr/>
          </p:nvSpPr>
          <p:spPr>
            <a:xfrm>
              <a:off x="0" y="0"/>
              <a:ext cx="1602393" cy="642954"/>
            </a:xfrm>
            <a:custGeom>
              <a:avLst/>
              <a:gdLst/>
              <a:ahLst/>
              <a:cxnLst/>
              <a:rect l="l" t="t" r="r" b="b"/>
              <a:pathLst>
                <a:path w="1602393" h="642954">
                  <a:moveTo>
                    <a:pt x="1602393" y="19088"/>
                  </a:moveTo>
                  <a:lnTo>
                    <a:pt x="1602393" y="623866"/>
                  </a:lnTo>
                  <a:cubicBezTo>
                    <a:pt x="1602393" y="634408"/>
                    <a:pt x="1593847" y="642954"/>
                    <a:pt x="1583305" y="642954"/>
                  </a:cubicBezTo>
                  <a:lnTo>
                    <a:pt x="19088" y="642954"/>
                  </a:lnTo>
                  <a:cubicBezTo>
                    <a:pt x="8546" y="642954"/>
                    <a:pt x="0" y="634408"/>
                    <a:pt x="0" y="623866"/>
                  </a:cubicBezTo>
                  <a:lnTo>
                    <a:pt x="0" y="19088"/>
                  </a:lnTo>
                  <a:cubicBezTo>
                    <a:pt x="0" y="8546"/>
                    <a:pt x="8546" y="0"/>
                    <a:pt x="19088" y="0"/>
                  </a:cubicBezTo>
                  <a:lnTo>
                    <a:pt x="1583305" y="0"/>
                  </a:lnTo>
                  <a:cubicBezTo>
                    <a:pt x="1593847" y="0"/>
                    <a:pt x="1602393" y="8546"/>
                    <a:pt x="1602393" y="19088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8C6C22A-ACEE-4091-DAC2-A64B46C3D903}"/>
                </a:ext>
              </a:extLst>
            </p:cNvPr>
            <p:cNvSpPr txBox="1"/>
            <p:nvPr/>
          </p:nvSpPr>
          <p:spPr>
            <a:xfrm>
              <a:off x="0" y="-57150"/>
              <a:ext cx="1602393" cy="700104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204"/>
                </a:lnSpc>
              </a:pPr>
              <a:endParaRPr sz="1200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B42BD125-2304-6A5F-DB48-712E9A933025}"/>
              </a:ext>
            </a:extLst>
          </p:cNvPr>
          <p:cNvGrpSpPr/>
          <p:nvPr/>
        </p:nvGrpSpPr>
        <p:grpSpPr>
          <a:xfrm>
            <a:off x="680450" y="2996361"/>
            <a:ext cx="4388536" cy="1713606"/>
            <a:chOff x="0" y="-74684"/>
            <a:chExt cx="1602393" cy="717638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FDC0D6C-F477-9289-2367-D447BE601C37}"/>
                </a:ext>
              </a:extLst>
            </p:cNvPr>
            <p:cNvSpPr/>
            <p:nvPr/>
          </p:nvSpPr>
          <p:spPr>
            <a:xfrm>
              <a:off x="0" y="0"/>
              <a:ext cx="1602393" cy="642954"/>
            </a:xfrm>
            <a:custGeom>
              <a:avLst/>
              <a:gdLst/>
              <a:ahLst/>
              <a:cxnLst/>
              <a:rect l="l" t="t" r="r" b="b"/>
              <a:pathLst>
                <a:path w="1602393" h="642954">
                  <a:moveTo>
                    <a:pt x="1602393" y="19088"/>
                  </a:moveTo>
                  <a:lnTo>
                    <a:pt x="1602393" y="623866"/>
                  </a:lnTo>
                  <a:cubicBezTo>
                    <a:pt x="1602393" y="634408"/>
                    <a:pt x="1593847" y="642954"/>
                    <a:pt x="1583305" y="642954"/>
                  </a:cubicBezTo>
                  <a:lnTo>
                    <a:pt x="19088" y="642954"/>
                  </a:lnTo>
                  <a:cubicBezTo>
                    <a:pt x="8546" y="642954"/>
                    <a:pt x="0" y="634408"/>
                    <a:pt x="0" y="623866"/>
                  </a:cubicBezTo>
                  <a:lnTo>
                    <a:pt x="0" y="19088"/>
                  </a:lnTo>
                  <a:cubicBezTo>
                    <a:pt x="0" y="8546"/>
                    <a:pt x="8546" y="0"/>
                    <a:pt x="19088" y="0"/>
                  </a:cubicBezTo>
                  <a:lnTo>
                    <a:pt x="1583305" y="0"/>
                  </a:lnTo>
                  <a:cubicBezTo>
                    <a:pt x="1593847" y="0"/>
                    <a:pt x="1602393" y="8546"/>
                    <a:pt x="1602393" y="19088"/>
                  </a:cubicBezTo>
                  <a:close/>
                </a:path>
              </a:pathLst>
            </a:cu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7278CA3-E0EF-9274-B1A2-4C3FBFBC31DD}"/>
                </a:ext>
              </a:extLst>
            </p:cNvPr>
            <p:cNvSpPr txBox="1"/>
            <p:nvPr/>
          </p:nvSpPr>
          <p:spPr>
            <a:xfrm>
              <a:off x="0" y="-74684"/>
              <a:ext cx="1602393" cy="717638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33867" tIns="33867" rIns="33867" bIns="33867" rtlCol="0" anchor="ctr"/>
            <a:lstStyle/>
            <a:p>
              <a:pPr algn="ctr">
                <a:lnSpc>
                  <a:spcPts val="2204"/>
                </a:lnSpc>
              </a:pPr>
              <a:endParaRPr sz="1200"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5FC8A42C-02B8-EA1A-63D8-374B92FB92A2}"/>
              </a:ext>
            </a:extLst>
          </p:cNvPr>
          <p:cNvGrpSpPr/>
          <p:nvPr/>
        </p:nvGrpSpPr>
        <p:grpSpPr>
          <a:xfrm>
            <a:off x="7308506" y="3064671"/>
            <a:ext cx="4388536" cy="1645296"/>
            <a:chOff x="0" y="-75186"/>
            <a:chExt cx="1602393" cy="718140"/>
          </a:xfrm>
          <a:solidFill>
            <a:schemeClr val="accent1">
              <a:lumMod val="90000"/>
            </a:schemeClr>
          </a:solidFill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3DA02980-62B2-71BB-78EA-F9EEFA65A64F}"/>
                </a:ext>
              </a:extLst>
            </p:cNvPr>
            <p:cNvSpPr/>
            <p:nvPr/>
          </p:nvSpPr>
          <p:spPr>
            <a:xfrm>
              <a:off x="0" y="0"/>
              <a:ext cx="1602393" cy="642954"/>
            </a:xfrm>
            <a:custGeom>
              <a:avLst/>
              <a:gdLst/>
              <a:ahLst/>
              <a:cxnLst/>
              <a:rect l="l" t="t" r="r" b="b"/>
              <a:pathLst>
                <a:path w="1602393" h="642954">
                  <a:moveTo>
                    <a:pt x="1602393" y="19088"/>
                  </a:moveTo>
                  <a:lnTo>
                    <a:pt x="1602393" y="623866"/>
                  </a:lnTo>
                  <a:cubicBezTo>
                    <a:pt x="1602393" y="634408"/>
                    <a:pt x="1593847" y="642954"/>
                    <a:pt x="1583305" y="642954"/>
                  </a:cubicBezTo>
                  <a:lnTo>
                    <a:pt x="19088" y="642954"/>
                  </a:lnTo>
                  <a:cubicBezTo>
                    <a:pt x="8546" y="642954"/>
                    <a:pt x="0" y="634408"/>
                    <a:pt x="0" y="623866"/>
                  </a:cubicBezTo>
                  <a:lnTo>
                    <a:pt x="0" y="19088"/>
                  </a:lnTo>
                  <a:cubicBezTo>
                    <a:pt x="0" y="8546"/>
                    <a:pt x="8546" y="0"/>
                    <a:pt x="19088" y="0"/>
                  </a:cubicBezTo>
                  <a:lnTo>
                    <a:pt x="1583305" y="0"/>
                  </a:lnTo>
                  <a:cubicBezTo>
                    <a:pt x="1593847" y="0"/>
                    <a:pt x="1602393" y="8546"/>
                    <a:pt x="1602393" y="19088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B6B6ADA3-3579-FB5C-E8EB-59079A8C85DA}"/>
                </a:ext>
              </a:extLst>
            </p:cNvPr>
            <p:cNvSpPr txBox="1"/>
            <p:nvPr/>
          </p:nvSpPr>
          <p:spPr>
            <a:xfrm>
              <a:off x="0" y="-75186"/>
              <a:ext cx="1602393" cy="718140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204"/>
                </a:lnSpc>
              </a:pPr>
              <a:endParaRPr sz="1200"/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F112694E-6386-3663-75B2-69E15DE21CC0}"/>
              </a:ext>
            </a:extLst>
          </p:cNvPr>
          <p:cNvGrpSpPr/>
          <p:nvPr/>
        </p:nvGrpSpPr>
        <p:grpSpPr>
          <a:xfrm>
            <a:off x="5207881" y="3040086"/>
            <a:ext cx="909719" cy="1669881"/>
            <a:chOff x="0" y="-54082"/>
            <a:chExt cx="312535" cy="613191"/>
          </a:xfrm>
          <a:solidFill>
            <a:schemeClr val="accent1">
              <a:lumMod val="90000"/>
            </a:schemeClr>
          </a:solidFill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D06FB6B5-51D5-7992-D55B-833131EECA53}"/>
                </a:ext>
              </a:extLst>
            </p:cNvPr>
            <p:cNvSpPr/>
            <p:nvPr/>
          </p:nvSpPr>
          <p:spPr>
            <a:xfrm>
              <a:off x="0" y="0"/>
              <a:ext cx="312535" cy="559109"/>
            </a:xfrm>
            <a:custGeom>
              <a:avLst/>
              <a:gdLst/>
              <a:ahLst/>
              <a:cxnLst/>
              <a:rect l="l" t="t" r="r" b="b"/>
              <a:pathLst>
                <a:path w="312535" h="559109">
                  <a:moveTo>
                    <a:pt x="312535" y="85102"/>
                  </a:moveTo>
                  <a:lnTo>
                    <a:pt x="312535" y="474006"/>
                  </a:lnTo>
                  <a:cubicBezTo>
                    <a:pt x="312535" y="496577"/>
                    <a:pt x="303569" y="518223"/>
                    <a:pt x="287610" y="534183"/>
                  </a:cubicBezTo>
                  <a:cubicBezTo>
                    <a:pt x="271650" y="550142"/>
                    <a:pt x="250004" y="559109"/>
                    <a:pt x="227433" y="559109"/>
                  </a:cubicBezTo>
                  <a:lnTo>
                    <a:pt x="85102" y="559109"/>
                  </a:lnTo>
                  <a:cubicBezTo>
                    <a:pt x="62532" y="559109"/>
                    <a:pt x="40886" y="550142"/>
                    <a:pt x="24926" y="534183"/>
                  </a:cubicBezTo>
                  <a:cubicBezTo>
                    <a:pt x="8966" y="518223"/>
                    <a:pt x="0" y="496577"/>
                    <a:pt x="0" y="474006"/>
                  </a:cubicBezTo>
                  <a:lnTo>
                    <a:pt x="0" y="85102"/>
                  </a:lnTo>
                  <a:cubicBezTo>
                    <a:pt x="0" y="62532"/>
                    <a:pt x="8966" y="40886"/>
                    <a:pt x="24926" y="24926"/>
                  </a:cubicBezTo>
                  <a:cubicBezTo>
                    <a:pt x="40886" y="8966"/>
                    <a:pt x="62532" y="0"/>
                    <a:pt x="85102" y="0"/>
                  </a:cubicBezTo>
                  <a:lnTo>
                    <a:pt x="227433" y="0"/>
                  </a:lnTo>
                  <a:cubicBezTo>
                    <a:pt x="250004" y="0"/>
                    <a:pt x="271650" y="8966"/>
                    <a:pt x="287610" y="24926"/>
                  </a:cubicBezTo>
                  <a:cubicBezTo>
                    <a:pt x="303569" y="40886"/>
                    <a:pt x="312535" y="62532"/>
                    <a:pt x="312535" y="85102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CF8D8025-E95F-527F-10EC-063C97708284}"/>
                </a:ext>
              </a:extLst>
            </p:cNvPr>
            <p:cNvSpPr txBox="1"/>
            <p:nvPr/>
          </p:nvSpPr>
          <p:spPr>
            <a:xfrm>
              <a:off x="0" y="-54082"/>
              <a:ext cx="312535" cy="613191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204"/>
                </a:lnSpc>
              </a:pPr>
              <a:endParaRPr sz="1200"/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FD771333-582C-104D-E28F-70E2137FBE64}"/>
              </a:ext>
            </a:extLst>
          </p:cNvPr>
          <p:cNvGrpSpPr/>
          <p:nvPr/>
        </p:nvGrpSpPr>
        <p:grpSpPr>
          <a:xfrm>
            <a:off x="5197947" y="1462916"/>
            <a:ext cx="909719" cy="1430908"/>
            <a:chOff x="0" y="0"/>
            <a:chExt cx="312535" cy="559109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DE94CCD9-45EF-47F9-8D17-7330FD3F52F2}"/>
                </a:ext>
              </a:extLst>
            </p:cNvPr>
            <p:cNvSpPr/>
            <p:nvPr/>
          </p:nvSpPr>
          <p:spPr>
            <a:xfrm>
              <a:off x="0" y="0"/>
              <a:ext cx="312535" cy="559109"/>
            </a:xfrm>
            <a:custGeom>
              <a:avLst/>
              <a:gdLst/>
              <a:ahLst/>
              <a:cxnLst/>
              <a:rect l="l" t="t" r="r" b="b"/>
              <a:pathLst>
                <a:path w="312535" h="559109">
                  <a:moveTo>
                    <a:pt x="312535" y="85102"/>
                  </a:moveTo>
                  <a:lnTo>
                    <a:pt x="312535" y="474006"/>
                  </a:lnTo>
                  <a:cubicBezTo>
                    <a:pt x="312535" y="496577"/>
                    <a:pt x="303569" y="518223"/>
                    <a:pt x="287610" y="534183"/>
                  </a:cubicBezTo>
                  <a:cubicBezTo>
                    <a:pt x="271650" y="550142"/>
                    <a:pt x="250004" y="559109"/>
                    <a:pt x="227433" y="559109"/>
                  </a:cubicBezTo>
                  <a:lnTo>
                    <a:pt x="85102" y="559109"/>
                  </a:lnTo>
                  <a:cubicBezTo>
                    <a:pt x="62532" y="559109"/>
                    <a:pt x="40886" y="550142"/>
                    <a:pt x="24926" y="534183"/>
                  </a:cubicBezTo>
                  <a:cubicBezTo>
                    <a:pt x="8966" y="518223"/>
                    <a:pt x="0" y="496577"/>
                    <a:pt x="0" y="474006"/>
                  </a:cubicBezTo>
                  <a:lnTo>
                    <a:pt x="0" y="85102"/>
                  </a:lnTo>
                  <a:cubicBezTo>
                    <a:pt x="0" y="62532"/>
                    <a:pt x="8966" y="40886"/>
                    <a:pt x="24926" y="24926"/>
                  </a:cubicBezTo>
                  <a:cubicBezTo>
                    <a:pt x="40886" y="8966"/>
                    <a:pt x="62532" y="0"/>
                    <a:pt x="85102" y="0"/>
                  </a:cubicBezTo>
                  <a:lnTo>
                    <a:pt x="227433" y="0"/>
                  </a:lnTo>
                  <a:cubicBezTo>
                    <a:pt x="250004" y="0"/>
                    <a:pt x="271650" y="8966"/>
                    <a:pt x="287610" y="24926"/>
                  </a:cubicBezTo>
                  <a:cubicBezTo>
                    <a:pt x="303569" y="40886"/>
                    <a:pt x="312535" y="62532"/>
                    <a:pt x="312535" y="85102"/>
                  </a:cubicBezTo>
                  <a:close/>
                </a:path>
              </a:pathLst>
            </a:cu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6C2FC09D-3B0B-1833-D2D8-DF44A591E60E}"/>
                </a:ext>
              </a:extLst>
            </p:cNvPr>
            <p:cNvSpPr txBox="1"/>
            <p:nvPr/>
          </p:nvSpPr>
          <p:spPr>
            <a:xfrm>
              <a:off x="0" y="-57150"/>
              <a:ext cx="312535" cy="616259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33867" tIns="33867" rIns="33867" bIns="33867" rtlCol="0" anchor="ctr"/>
            <a:lstStyle/>
            <a:p>
              <a:pPr algn="ctr">
                <a:lnSpc>
                  <a:spcPts val="2204"/>
                </a:lnSpc>
              </a:pPr>
              <a:endParaRPr sz="1200"/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DA9C9163-EF3C-7FA7-4882-F88F99B9DBC0}"/>
              </a:ext>
            </a:extLst>
          </p:cNvPr>
          <p:cNvGrpSpPr/>
          <p:nvPr/>
        </p:nvGrpSpPr>
        <p:grpSpPr>
          <a:xfrm>
            <a:off x="6259892" y="3029414"/>
            <a:ext cx="909719" cy="1680553"/>
            <a:chOff x="0" y="-37528"/>
            <a:chExt cx="312535" cy="596637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7EFCB711-746B-AB2F-B0EB-FC277134267C}"/>
                </a:ext>
              </a:extLst>
            </p:cNvPr>
            <p:cNvSpPr/>
            <p:nvPr/>
          </p:nvSpPr>
          <p:spPr>
            <a:xfrm>
              <a:off x="0" y="0"/>
              <a:ext cx="312535" cy="559109"/>
            </a:xfrm>
            <a:custGeom>
              <a:avLst/>
              <a:gdLst/>
              <a:ahLst/>
              <a:cxnLst/>
              <a:rect l="l" t="t" r="r" b="b"/>
              <a:pathLst>
                <a:path w="312535" h="559109">
                  <a:moveTo>
                    <a:pt x="312535" y="85102"/>
                  </a:moveTo>
                  <a:lnTo>
                    <a:pt x="312535" y="474006"/>
                  </a:lnTo>
                  <a:cubicBezTo>
                    <a:pt x="312535" y="496577"/>
                    <a:pt x="303569" y="518223"/>
                    <a:pt x="287610" y="534183"/>
                  </a:cubicBezTo>
                  <a:cubicBezTo>
                    <a:pt x="271650" y="550142"/>
                    <a:pt x="250004" y="559109"/>
                    <a:pt x="227433" y="559109"/>
                  </a:cubicBezTo>
                  <a:lnTo>
                    <a:pt x="85102" y="559109"/>
                  </a:lnTo>
                  <a:cubicBezTo>
                    <a:pt x="62532" y="559109"/>
                    <a:pt x="40886" y="550142"/>
                    <a:pt x="24926" y="534183"/>
                  </a:cubicBezTo>
                  <a:cubicBezTo>
                    <a:pt x="8966" y="518223"/>
                    <a:pt x="0" y="496577"/>
                    <a:pt x="0" y="474006"/>
                  </a:cubicBezTo>
                  <a:lnTo>
                    <a:pt x="0" y="85102"/>
                  </a:lnTo>
                  <a:cubicBezTo>
                    <a:pt x="0" y="62532"/>
                    <a:pt x="8966" y="40886"/>
                    <a:pt x="24926" y="24926"/>
                  </a:cubicBezTo>
                  <a:cubicBezTo>
                    <a:pt x="40886" y="8966"/>
                    <a:pt x="62532" y="0"/>
                    <a:pt x="85102" y="0"/>
                  </a:cubicBezTo>
                  <a:lnTo>
                    <a:pt x="227433" y="0"/>
                  </a:lnTo>
                  <a:cubicBezTo>
                    <a:pt x="250004" y="0"/>
                    <a:pt x="271650" y="8966"/>
                    <a:pt x="287610" y="24926"/>
                  </a:cubicBezTo>
                  <a:cubicBezTo>
                    <a:pt x="303569" y="40886"/>
                    <a:pt x="312535" y="62532"/>
                    <a:pt x="312535" y="85102"/>
                  </a:cubicBezTo>
                  <a:close/>
                </a:path>
              </a:pathLst>
            </a:cu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325A9CCF-9B7C-9B3B-F0A7-4FE0870AC5D1}"/>
                </a:ext>
              </a:extLst>
            </p:cNvPr>
            <p:cNvSpPr txBox="1"/>
            <p:nvPr/>
          </p:nvSpPr>
          <p:spPr>
            <a:xfrm>
              <a:off x="0" y="-37528"/>
              <a:ext cx="312535" cy="596637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33867" tIns="33867" rIns="33867" bIns="33867" rtlCol="0" anchor="ctr"/>
            <a:lstStyle/>
            <a:p>
              <a:pPr algn="ctr">
                <a:lnSpc>
                  <a:spcPts val="2204"/>
                </a:lnSpc>
              </a:pPr>
              <a:endParaRPr sz="1200"/>
            </a:p>
          </p:txBody>
        </p:sp>
      </p:grpSp>
      <p:sp>
        <p:nvSpPr>
          <p:cNvPr id="38" name="TextBox 38">
            <a:extLst>
              <a:ext uri="{FF2B5EF4-FFF2-40B4-BE49-F238E27FC236}">
                <a16:creationId xmlns:a16="http://schemas.microsoft.com/office/drawing/2014/main" id="{E8E8046B-2EC1-4517-1BA0-C3ADD6DDB4E2}"/>
              </a:ext>
            </a:extLst>
          </p:cNvPr>
          <p:cNvSpPr txBox="1"/>
          <p:nvPr/>
        </p:nvSpPr>
        <p:spPr>
          <a:xfrm>
            <a:off x="5266445" y="3688456"/>
            <a:ext cx="792589" cy="453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0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M Sans Bold"/>
                <a:ea typeface="DM Sans Bold"/>
                <a:cs typeface="DM Sans Bold"/>
                <a:sym typeface="DM Sans Bold"/>
              </a:rPr>
              <a:t>03.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08D10CDF-7036-B41E-30C2-75BBC317A2F8}"/>
              </a:ext>
            </a:extLst>
          </p:cNvPr>
          <p:cNvSpPr txBox="1"/>
          <p:nvPr/>
        </p:nvSpPr>
        <p:spPr>
          <a:xfrm>
            <a:off x="5303411" y="1959850"/>
            <a:ext cx="792589" cy="453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0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M Sans Bold"/>
                <a:ea typeface="DM Sans Bold"/>
                <a:cs typeface="DM Sans Bold"/>
                <a:sym typeface="DM Sans Bold"/>
              </a:rPr>
              <a:t>01.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5664174D-CE24-A3C9-7DA2-33BFB653F011}"/>
              </a:ext>
            </a:extLst>
          </p:cNvPr>
          <p:cNvSpPr txBox="1"/>
          <p:nvPr/>
        </p:nvSpPr>
        <p:spPr>
          <a:xfrm>
            <a:off x="6346827" y="3688456"/>
            <a:ext cx="792589" cy="453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0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M Sans Bold"/>
                <a:ea typeface="DM Sans Bold"/>
                <a:cs typeface="DM Sans Bold"/>
                <a:sym typeface="DM Sans Bold"/>
              </a:rPr>
              <a:t>04.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17E42CA-E593-BBA4-B3A3-826C1EAC9DFD}"/>
              </a:ext>
            </a:extLst>
          </p:cNvPr>
          <p:cNvSpPr txBox="1"/>
          <p:nvPr/>
        </p:nvSpPr>
        <p:spPr>
          <a:xfrm>
            <a:off x="871861" y="1462916"/>
            <a:ext cx="3892329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EKKO – Purchasing document header</a:t>
            </a:r>
          </a:p>
          <a:p>
            <a:pPr marL="0" indent="0">
              <a:buNone/>
            </a:pPr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Some columns of the table: </a:t>
            </a:r>
          </a:p>
          <a:p>
            <a:pPr marL="0" indent="0">
              <a:buNone/>
            </a:pPr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BUKRS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Company Code</a:t>
            </a:r>
          </a:p>
          <a:p>
            <a:pPr marL="0" indent="0">
              <a:buNone/>
            </a:pPr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EBELN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Purchasing Document Number</a:t>
            </a:r>
          </a:p>
          <a:p>
            <a:pPr marL="0" indent="0">
              <a:buNone/>
            </a:pPr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BSTYP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Purchasing Document Category</a:t>
            </a:r>
          </a:p>
          <a:p>
            <a:pPr marL="0" indent="0">
              <a:buNone/>
            </a:pPr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BSAKZ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Control Indicator for Purchasing Document Type</a:t>
            </a:r>
          </a:p>
          <a:p>
            <a:pPr marL="0" indent="0">
              <a:buNone/>
            </a:pPr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LOEKZ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Deletion Indicator in Purchasing Document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0B0F3AE-70EF-E77A-436D-2D355942415D}"/>
              </a:ext>
            </a:extLst>
          </p:cNvPr>
          <p:cNvSpPr txBox="1"/>
          <p:nvPr/>
        </p:nvSpPr>
        <p:spPr>
          <a:xfrm>
            <a:off x="940756" y="3108911"/>
            <a:ext cx="375453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EKBE – </a:t>
            </a:r>
            <a:r>
              <a:rPr lang="en-IN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History per Purchasing Document</a:t>
            </a:r>
          </a:p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Some columns of the table:</a:t>
            </a:r>
          </a:p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BEWTP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PO History Category</a:t>
            </a:r>
          </a:p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BELNR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Number of Material Document </a:t>
            </a:r>
          </a:p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ZEKKN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: Sequential Number of Account Assignment</a:t>
            </a:r>
          </a:p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VGABE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Transaction/event type, Purchase Order History</a:t>
            </a:r>
          </a:p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GJAHR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Material Document Year</a:t>
            </a:r>
          </a:p>
        </p:txBody>
      </p:sp>
      <p:sp>
        <p:nvSpPr>
          <p:cNvPr id="57" name="TextBox 8">
            <a:extLst>
              <a:ext uri="{FF2B5EF4-FFF2-40B4-BE49-F238E27FC236}">
                <a16:creationId xmlns:a16="http://schemas.microsoft.com/office/drawing/2014/main" id="{8B075FCA-F1C2-3178-5373-67186E3ABB7B}"/>
              </a:ext>
            </a:extLst>
          </p:cNvPr>
          <p:cNvSpPr txBox="1"/>
          <p:nvPr/>
        </p:nvSpPr>
        <p:spPr>
          <a:xfrm>
            <a:off x="7261447" y="1285285"/>
            <a:ext cx="4388536" cy="161694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33867" tIns="33867" rIns="33867" bIns="33867" rtlCol="0" anchor="ctr"/>
          <a:lstStyle/>
          <a:p>
            <a:pPr algn="ctr">
              <a:lnSpc>
                <a:spcPts val="2204"/>
              </a:lnSpc>
            </a:pPr>
            <a:endParaRPr sz="1200"/>
          </a:p>
        </p:txBody>
      </p:sp>
      <p:sp>
        <p:nvSpPr>
          <p:cNvPr id="58" name="TextBox 21">
            <a:extLst>
              <a:ext uri="{FF2B5EF4-FFF2-40B4-BE49-F238E27FC236}">
                <a16:creationId xmlns:a16="http://schemas.microsoft.com/office/drawing/2014/main" id="{9F2C436F-DC75-A43A-BFBA-A7054FA4AA56}"/>
              </a:ext>
            </a:extLst>
          </p:cNvPr>
          <p:cNvSpPr txBox="1"/>
          <p:nvPr/>
        </p:nvSpPr>
        <p:spPr>
          <a:xfrm>
            <a:off x="6229697" y="1344128"/>
            <a:ext cx="909719" cy="1536548"/>
          </a:xfrm>
          <a:prstGeom prst="rect">
            <a:avLst/>
          </a:prstGeom>
          <a:solidFill>
            <a:schemeClr val="accent1">
              <a:lumMod val="90000"/>
            </a:schemeClr>
          </a:solidFill>
        </p:spPr>
        <p:txBody>
          <a:bodyPr lIns="33867" tIns="33867" rIns="33867" bIns="33867" rtlCol="0" anchor="ctr"/>
          <a:lstStyle/>
          <a:p>
            <a:pPr algn="ctr">
              <a:lnSpc>
                <a:spcPts val="2204"/>
              </a:lnSpc>
            </a:pPr>
            <a:endParaRPr sz="1200" dirty="0"/>
          </a:p>
        </p:txBody>
      </p:sp>
      <p:sp>
        <p:nvSpPr>
          <p:cNvPr id="59" name="TextBox 38">
            <a:extLst>
              <a:ext uri="{FF2B5EF4-FFF2-40B4-BE49-F238E27FC236}">
                <a16:creationId xmlns:a16="http://schemas.microsoft.com/office/drawing/2014/main" id="{6A2A38FE-42AB-28FE-7DF3-2D18E7B9D348}"/>
              </a:ext>
            </a:extLst>
          </p:cNvPr>
          <p:cNvSpPr txBox="1"/>
          <p:nvPr/>
        </p:nvSpPr>
        <p:spPr>
          <a:xfrm>
            <a:off x="6307908" y="1959850"/>
            <a:ext cx="792589" cy="453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0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M Sans Bold"/>
                <a:ea typeface="DM Sans Bold"/>
                <a:cs typeface="DM Sans Bold"/>
                <a:sym typeface="DM Sans Bold"/>
              </a:rPr>
              <a:t>02.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D1B3CD4-AF75-03F1-2702-794112D83B5E}"/>
              </a:ext>
            </a:extLst>
          </p:cNvPr>
          <p:cNvSpPr txBox="1"/>
          <p:nvPr/>
        </p:nvSpPr>
        <p:spPr>
          <a:xfrm>
            <a:off x="7461689" y="1471317"/>
            <a:ext cx="3754538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EKPO – Purchasing document item</a:t>
            </a:r>
          </a:p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Some columns of the table:</a:t>
            </a:r>
          </a:p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EBELP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Item </a:t>
            </a:r>
            <a:r>
              <a:rPr lang="en-IN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Number of Purchasing Document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EBELN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Purchasing Document Number</a:t>
            </a:r>
          </a:p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LOEKZ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Deletion Indicator in Purchasing Document</a:t>
            </a:r>
          </a:p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STATU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RFQ Status</a:t>
            </a:r>
          </a:p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AEDAT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Purchasing Document Item Change Date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6908B00-BC4F-CBD5-ED5E-88F89489F887}"/>
              </a:ext>
            </a:extLst>
          </p:cNvPr>
          <p:cNvSpPr txBox="1"/>
          <p:nvPr/>
        </p:nvSpPr>
        <p:spPr>
          <a:xfrm>
            <a:off x="7483591" y="3204475"/>
            <a:ext cx="3944248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EBAN – Purchase requisition </a:t>
            </a:r>
          </a:p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Some columns of the table:</a:t>
            </a:r>
          </a:p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BANFN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Purchase requisition document</a:t>
            </a:r>
          </a:p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BNFPO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Item number of Purchase Requisition</a:t>
            </a:r>
          </a:p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BSART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Purchase Requisition Document Type</a:t>
            </a:r>
          </a:p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BSTYP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Purchasing Document Category </a:t>
            </a:r>
          </a:p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BSAKZ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Control indicator for purchasing document type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3B67C2-C1A9-A3EF-7259-6813EE0C37F7}"/>
              </a:ext>
            </a:extLst>
          </p:cNvPr>
          <p:cNvSpPr txBox="1"/>
          <p:nvPr/>
        </p:nvSpPr>
        <p:spPr>
          <a:xfrm>
            <a:off x="578921" y="387854"/>
            <a:ext cx="2584362" cy="10926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500" dirty="0">
                <a:latin typeface="Angsana New" panose="02020603050405020304" pitchFamily="18" charset="-34"/>
                <a:cs typeface="Angsana New" panose="02020603050405020304" pitchFamily="18" charset="-34"/>
              </a:rPr>
              <a:t>SAP Table</a:t>
            </a:r>
          </a:p>
        </p:txBody>
      </p:sp>
      <p:grpSp>
        <p:nvGrpSpPr>
          <p:cNvPr id="9" name="Group 3">
            <a:extLst>
              <a:ext uri="{FF2B5EF4-FFF2-40B4-BE49-F238E27FC236}">
                <a16:creationId xmlns:a16="http://schemas.microsoft.com/office/drawing/2014/main" id="{6735DDB4-EF71-E034-FF09-76CCF5370B09}"/>
              </a:ext>
            </a:extLst>
          </p:cNvPr>
          <p:cNvGrpSpPr/>
          <p:nvPr/>
        </p:nvGrpSpPr>
        <p:grpSpPr>
          <a:xfrm>
            <a:off x="680450" y="4969565"/>
            <a:ext cx="4382438" cy="1331974"/>
            <a:chOff x="0" y="0"/>
            <a:chExt cx="1602393" cy="642954"/>
          </a:xfrm>
          <a:solidFill>
            <a:schemeClr val="accent1">
              <a:lumMod val="90000"/>
            </a:schemeClr>
          </a:solidFill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D5BBF5A6-BEF5-5D61-34EF-F6B27323B182}"/>
                </a:ext>
              </a:extLst>
            </p:cNvPr>
            <p:cNvSpPr/>
            <p:nvPr/>
          </p:nvSpPr>
          <p:spPr>
            <a:xfrm>
              <a:off x="0" y="0"/>
              <a:ext cx="1602393" cy="642954"/>
            </a:xfrm>
            <a:custGeom>
              <a:avLst/>
              <a:gdLst/>
              <a:ahLst/>
              <a:cxnLst/>
              <a:rect l="l" t="t" r="r" b="b"/>
              <a:pathLst>
                <a:path w="1602393" h="642954">
                  <a:moveTo>
                    <a:pt x="1602393" y="19088"/>
                  </a:moveTo>
                  <a:lnTo>
                    <a:pt x="1602393" y="623866"/>
                  </a:lnTo>
                  <a:cubicBezTo>
                    <a:pt x="1602393" y="634408"/>
                    <a:pt x="1593847" y="642954"/>
                    <a:pt x="1583305" y="642954"/>
                  </a:cubicBezTo>
                  <a:lnTo>
                    <a:pt x="19088" y="642954"/>
                  </a:lnTo>
                  <a:cubicBezTo>
                    <a:pt x="8546" y="642954"/>
                    <a:pt x="0" y="634408"/>
                    <a:pt x="0" y="623866"/>
                  </a:cubicBezTo>
                  <a:lnTo>
                    <a:pt x="0" y="19088"/>
                  </a:lnTo>
                  <a:cubicBezTo>
                    <a:pt x="0" y="8546"/>
                    <a:pt x="8546" y="0"/>
                    <a:pt x="19088" y="0"/>
                  </a:cubicBezTo>
                  <a:lnTo>
                    <a:pt x="1583305" y="0"/>
                  </a:lnTo>
                  <a:cubicBezTo>
                    <a:pt x="1593847" y="0"/>
                    <a:pt x="1602393" y="8546"/>
                    <a:pt x="1602393" y="19088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3E6B40B5-89FD-6251-EB14-25440D3A1E52}"/>
                </a:ext>
              </a:extLst>
            </p:cNvPr>
            <p:cNvSpPr txBox="1"/>
            <p:nvPr/>
          </p:nvSpPr>
          <p:spPr>
            <a:xfrm>
              <a:off x="0" y="-57150"/>
              <a:ext cx="1602393" cy="700104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204"/>
                </a:lnSpc>
              </a:pPr>
              <a:endParaRPr sz="120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CF3C31A-85F2-3B32-CFE1-1F92159C297C}"/>
              </a:ext>
            </a:extLst>
          </p:cNvPr>
          <p:cNvSpPr txBox="1"/>
          <p:nvPr/>
        </p:nvSpPr>
        <p:spPr>
          <a:xfrm>
            <a:off x="940756" y="4922329"/>
            <a:ext cx="3892329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LFA1 – Vendor master (General section)</a:t>
            </a:r>
          </a:p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Some columns of the table:</a:t>
            </a:r>
          </a:p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LIFNR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Account number of vendor or creditor</a:t>
            </a:r>
          </a:p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LAND1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Country key</a:t>
            </a:r>
          </a:p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NAME1/NAME2/NAME3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Name 1, Name 2, Name 3</a:t>
            </a:r>
          </a:p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ORT01: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City</a:t>
            </a:r>
          </a:p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ORT02: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District</a:t>
            </a:r>
          </a:p>
        </p:txBody>
      </p:sp>
      <p:grpSp>
        <p:nvGrpSpPr>
          <p:cNvPr id="16" name="Group 22">
            <a:extLst>
              <a:ext uri="{FF2B5EF4-FFF2-40B4-BE49-F238E27FC236}">
                <a16:creationId xmlns:a16="http://schemas.microsoft.com/office/drawing/2014/main" id="{D35AD6F3-C980-514D-B994-F65424E00C40}"/>
              </a:ext>
            </a:extLst>
          </p:cNvPr>
          <p:cNvGrpSpPr/>
          <p:nvPr/>
        </p:nvGrpSpPr>
        <p:grpSpPr>
          <a:xfrm>
            <a:off x="5207881" y="4969565"/>
            <a:ext cx="909719" cy="1375062"/>
            <a:chOff x="0" y="0"/>
            <a:chExt cx="312535" cy="559109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17" name="Freeform 23">
              <a:extLst>
                <a:ext uri="{FF2B5EF4-FFF2-40B4-BE49-F238E27FC236}">
                  <a16:creationId xmlns:a16="http://schemas.microsoft.com/office/drawing/2014/main" id="{563815E5-5675-668F-EEE8-67A349EDDE4B}"/>
                </a:ext>
              </a:extLst>
            </p:cNvPr>
            <p:cNvSpPr/>
            <p:nvPr/>
          </p:nvSpPr>
          <p:spPr>
            <a:xfrm>
              <a:off x="0" y="0"/>
              <a:ext cx="312535" cy="559109"/>
            </a:xfrm>
            <a:custGeom>
              <a:avLst/>
              <a:gdLst/>
              <a:ahLst/>
              <a:cxnLst/>
              <a:rect l="l" t="t" r="r" b="b"/>
              <a:pathLst>
                <a:path w="312535" h="559109">
                  <a:moveTo>
                    <a:pt x="312535" y="85102"/>
                  </a:moveTo>
                  <a:lnTo>
                    <a:pt x="312535" y="474006"/>
                  </a:lnTo>
                  <a:cubicBezTo>
                    <a:pt x="312535" y="496577"/>
                    <a:pt x="303569" y="518223"/>
                    <a:pt x="287610" y="534183"/>
                  </a:cubicBezTo>
                  <a:cubicBezTo>
                    <a:pt x="271650" y="550142"/>
                    <a:pt x="250004" y="559109"/>
                    <a:pt x="227433" y="559109"/>
                  </a:cubicBezTo>
                  <a:lnTo>
                    <a:pt x="85102" y="559109"/>
                  </a:lnTo>
                  <a:cubicBezTo>
                    <a:pt x="62532" y="559109"/>
                    <a:pt x="40886" y="550142"/>
                    <a:pt x="24926" y="534183"/>
                  </a:cubicBezTo>
                  <a:cubicBezTo>
                    <a:pt x="8966" y="518223"/>
                    <a:pt x="0" y="496577"/>
                    <a:pt x="0" y="474006"/>
                  </a:cubicBezTo>
                  <a:lnTo>
                    <a:pt x="0" y="85102"/>
                  </a:lnTo>
                  <a:cubicBezTo>
                    <a:pt x="0" y="62532"/>
                    <a:pt x="8966" y="40886"/>
                    <a:pt x="24926" y="24926"/>
                  </a:cubicBezTo>
                  <a:cubicBezTo>
                    <a:pt x="40886" y="8966"/>
                    <a:pt x="62532" y="0"/>
                    <a:pt x="85102" y="0"/>
                  </a:cubicBezTo>
                  <a:lnTo>
                    <a:pt x="227433" y="0"/>
                  </a:lnTo>
                  <a:cubicBezTo>
                    <a:pt x="250004" y="0"/>
                    <a:pt x="271650" y="8966"/>
                    <a:pt x="287610" y="24926"/>
                  </a:cubicBezTo>
                  <a:cubicBezTo>
                    <a:pt x="303569" y="40886"/>
                    <a:pt x="312535" y="62532"/>
                    <a:pt x="312535" y="85102"/>
                  </a:cubicBezTo>
                  <a:close/>
                </a:path>
              </a:pathLst>
            </a:cu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TextBox 24">
              <a:extLst>
                <a:ext uri="{FF2B5EF4-FFF2-40B4-BE49-F238E27FC236}">
                  <a16:creationId xmlns:a16="http://schemas.microsoft.com/office/drawing/2014/main" id="{5AC1E78A-3334-7213-62B3-51B1562140CC}"/>
                </a:ext>
              </a:extLst>
            </p:cNvPr>
            <p:cNvSpPr txBox="1"/>
            <p:nvPr/>
          </p:nvSpPr>
          <p:spPr>
            <a:xfrm>
              <a:off x="0" y="-57150"/>
              <a:ext cx="312535" cy="616259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33867" tIns="33867" rIns="33867" bIns="33867" rtlCol="0" anchor="ctr"/>
            <a:lstStyle/>
            <a:p>
              <a:pPr algn="ctr">
                <a:lnSpc>
                  <a:spcPts val="2204"/>
                </a:lnSpc>
              </a:pPr>
              <a:endParaRPr sz="1200"/>
            </a:p>
          </p:txBody>
        </p:sp>
      </p:grpSp>
      <p:sp>
        <p:nvSpPr>
          <p:cNvPr id="28" name="TextBox 39">
            <a:extLst>
              <a:ext uri="{FF2B5EF4-FFF2-40B4-BE49-F238E27FC236}">
                <a16:creationId xmlns:a16="http://schemas.microsoft.com/office/drawing/2014/main" id="{95269F6B-730F-3875-0411-72AF4579A0F8}"/>
              </a:ext>
            </a:extLst>
          </p:cNvPr>
          <p:cNvSpPr txBox="1"/>
          <p:nvPr/>
        </p:nvSpPr>
        <p:spPr>
          <a:xfrm>
            <a:off x="5269758" y="5349400"/>
            <a:ext cx="792589" cy="453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0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M Sans Bold"/>
                <a:ea typeface="DM Sans Bold"/>
                <a:cs typeface="DM Sans Bold"/>
                <a:sym typeface="DM Sans Bold"/>
              </a:rPr>
              <a:t>05.</a:t>
            </a:r>
          </a:p>
        </p:txBody>
      </p:sp>
      <p:sp>
        <p:nvSpPr>
          <p:cNvPr id="29" name="TextBox 21">
            <a:extLst>
              <a:ext uri="{FF2B5EF4-FFF2-40B4-BE49-F238E27FC236}">
                <a16:creationId xmlns:a16="http://schemas.microsoft.com/office/drawing/2014/main" id="{77580F58-1DD0-F3DE-F2CD-3D07AC672570}"/>
              </a:ext>
            </a:extLst>
          </p:cNvPr>
          <p:cNvSpPr txBox="1"/>
          <p:nvPr/>
        </p:nvSpPr>
        <p:spPr>
          <a:xfrm>
            <a:off x="6259892" y="4808079"/>
            <a:ext cx="909719" cy="1536548"/>
          </a:xfrm>
          <a:prstGeom prst="rect">
            <a:avLst/>
          </a:prstGeom>
          <a:solidFill>
            <a:schemeClr val="accent1">
              <a:lumMod val="90000"/>
            </a:schemeClr>
          </a:solidFill>
        </p:spPr>
        <p:txBody>
          <a:bodyPr lIns="33867" tIns="33867" rIns="33867" bIns="33867" rtlCol="0" anchor="ctr"/>
          <a:lstStyle/>
          <a:p>
            <a:pPr algn="ctr">
              <a:lnSpc>
                <a:spcPts val="2204"/>
              </a:lnSpc>
            </a:pPr>
            <a:endParaRPr sz="1200" dirty="0"/>
          </a:p>
        </p:txBody>
      </p:sp>
      <p:sp>
        <p:nvSpPr>
          <p:cNvPr id="30" name="TextBox 38">
            <a:extLst>
              <a:ext uri="{FF2B5EF4-FFF2-40B4-BE49-F238E27FC236}">
                <a16:creationId xmlns:a16="http://schemas.microsoft.com/office/drawing/2014/main" id="{EC6F90C2-815D-D3FC-14DD-A669375EF556}"/>
              </a:ext>
            </a:extLst>
          </p:cNvPr>
          <p:cNvSpPr txBox="1"/>
          <p:nvPr/>
        </p:nvSpPr>
        <p:spPr>
          <a:xfrm>
            <a:off x="6346826" y="5349465"/>
            <a:ext cx="792589" cy="453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0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M Sans Bold"/>
                <a:ea typeface="DM Sans Bold"/>
                <a:cs typeface="DM Sans Bold"/>
                <a:sym typeface="DM Sans Bold"/>
              </a:rPr>
              <a:t>06.</a:t>
            </a:r>
          </a:p>
        </p:txBody>
      </p:sp>
      <p:sp>
        <p:nvSpPr>
          <p:cNvPr id="31" name="TextBox 8">
            <a:extLst>
              <a:ext uri="{FF2B5EF4-FFF2-40B4-BE49-F238E27FC236}">
                <a16:creationId xmlns:a16="http://schemas.microsoft.com/office/drawing/2014/main" id="{9EB89695-0A18-46AD-9007-83AFD38E1FA5}"/>
              </a:ext>
            </a:extLst>
          </p:cNvPr>
          <p:cNvSpPr txBox="1"/>
          <p:nvPr/>
        </p:nvSpPr>
        <p:spPr>
          <a:xfrm>
            <a:off x="7308506" y="4849772"/>
            <a:ext cx="4388536" cy="145176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33867" tIns="33867" rIns="33867" bIns="33867" rtlCol="0" anchor="ctr"/>
          <a:lstStyle/>
          <a:p>
            <a:pPr algn="ctr">
              <a:lnSpc>
                <a:spcPts val="2204"/>
              </a:lnSpc>
            </a:pPr>
            <a:endParaRPr sz="12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983DA17-21C8-E3E1-9ECD-658B04FCE207}"/>
              </a:ext>
            </a:extLst>
          </p:cNvPr>
          <p:cNvSpPr txBox="1"/>
          <p:nvPr/>
        </p:nvSpPr>
        <p:spPr>
          <a:xfrm>
            <a:off x="7496706" y="4894025"/>
            <a:ext cx="3754538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BKPF – Accounting Document Header</a:t>
            </a:r>
          </a:p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Some columns of the table:</a:t>
            </a:r>
          </a:p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BELNR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Accounting document number</a:t>
            </a:r>
          </a:p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GJAHR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Fiscal Year</a:t>
            </a:r>
          </a:p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BLART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Document Type</a:t>
            </a:r>
          </a:p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BLDAT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Document Date in the Document </a:t>
            </a:r>
          </a:p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BUDAT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Posting Date in the Document</a:t>
            </a:r>
          </a:p>
          <a:p>
            <a:endParaRPr lang="en-US" sz="1200" dirty="0"/>
          </a:p>
        </p:txBody>
      </p:sp>
      <p:pic>
        <p:nvPicPr>
          <p:cNvPr id="35" name="Picture 34" descr="Ey logo - free Icon PNG, SVG">
            <a:extLst>
              <a:ext uri="{FF2B5EF4-FFF2-40B4-BE49-F238E27FC236}">
                <a16:creationId xmlns:a16="http://schemas.microsoft.com/office/drawing/2014/main" id="{043E4500-1C3A-7B61-DA48-34E56BD87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7487" y="29817"/>
            <a:ext cx="2632812" cy="131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484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763BE8-5A84-668F-E4DE-D51AF7699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09E55ABA-9950-BC91-80FE-8B99E779AEB7}"/>
              </a:ext>
            </a:extLst>
          </p:cNvPr>
          <p:cNvGrpSpPr/>
          <p:nvPr/>
        </p:nvGrpSpPr>
        <p:grpSpPr>
          <a:xfrm>
            <a:off x="680450" y="1471317"/>
            <a:ext cx="4382438" cy="1430909"/>
            <a:chOff x="0" y="0"/>
            <a:chExt cx="1602393" cy="642954"/>
          </a:xfrm>
          <a:solidFill>
            <a:schemeClr val="accent1">
              <a:lumMod val="90000"/>
            </a:schemeClr>
          </a:solidFill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257774A-4D2A-3A8E-63E0-68880D7EA91E}"/>
                </a:ext>
              </a:extLst>
            </p:cNvPr>
            <p:cNvSpPr/>
            <p:nvPr/>
          </p:nvSpPr>
          <p:spPr>
            <a:xfrm>
              <a:off x="0" y="0"/>
              <a:ext cx="1602393" cy="642954"/>
            </a:xfrm>
            <a:custGeom>
              <a:avLst/>
              <a:gdLst/>
              <a:ahLst/>
              <a:cxnLst/>
              <a:rect l="l" t="t" r="r" b="b"/>
              <a:pathLst>
                <a:path w="1602393" h="642954">
                  <a:moveTo>
                    <a:pt x="1602393" y="19088"/>
                  </a:moveTo>
                  <a:lnTo>
                    <a:pt x="1602393" y="623866"/>
                  </a:lnTo>
                  <a:cubicBezTo>
                    <a:pt x="1602393" y="634408"/>
                    <a:pt x="1593847" y="642954"/>
                    <a:pt x="1583305" y="642954"/>
                  </a:cubicBezTo>
                  <a:lnTo>
                    <a:pt x="19088" y="642954"/>
                  </a:lnTo>
                  <a:cubicBezTo>
                    <a:pt x="8546" y="642954"/>
                    <a:pt x="0" y="634408"/>
                    <a:pt x="0" y="623866"/>
                  </a:cubicBezTo>
                  <a:lnTo>
                    <a:pt x="0" y="19088"/>
                  </a:lnTo>
                  <a:cubicBezTo>
                    <a:pt x="0" y="8546"/>
                    <a:pt x="8546" y="0"/>
                    <a:pt x="19088" y="0"/>
                  </a:cubicBezTo>
                  <a:lnTo>
                    <a:pt x="1583305" y="0"/>
                  </a:lnTo>
                  <a:cubicBezTo>
                    <a:pt x="1593847" y="0"/>
                    <a:pt x="1602393" y="8546"/>
                    <a:pt x="1602393" y="19088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48FA808-135C-0EB7-8456-6A03DB5A5249}"/>
                </a:ext>
              </a:extLst>
            </p:cNvPr>
            <p:cNvSpPr txBox="1"/>
            <p:nvPr/>
          </p:nvSpPr>
          <p:spPr>
            <a:xfrm>
              <a:off x="0" y="-57150"/>
              <a:ext cx="1602393" cy="700104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204"/>
                </a:lnSpc>
              </a:pPr>
              <a:endParaRPr sz="1200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7293C99D-3DBB-9877-83E8-1AA0FC2A7913}"/>
              </a:ext>
            </a:extLst>
          </p:cNvPr>
          <p:cNvGrpSpPr/>
          <p:nvPr/>
        </p:nvGrpSpPr>
        <p:grpSpPr>
          <a:xfrm>
            <a:off x="680450" y="2996361"/>
            <a:ext cx="4388536" cy="1713606"/>
            <a:chOff x="0" y="-74684"/>
            <a:chExt cx="1602393" cy="717638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63ACFD1-95D7-CD06-0969-45A58A935DE3}"/>
                </a:ext>
              </a:extLst>
            </p:cNvPr>
            <p:cNvSpPr/>
            <p:nvPr/>
          </p:nvSpPr>
          <p:spPr>
            <a:xfrm>
              <a:off x="0" y="0"/>
              <a:ext cx="1602393" cy="642954"/>
            </a:xfrm>
            <a:custGeom>
              <a:avLst/>
              <a:gdLst/>
              <a:ahLst/>
              <a:cxnLst/>
              <a:rect l="l" t="t" r="r" b="b"/>
              <a:pathLst>
                <a:path w="1602393" h="642954">
                  <a:moveTo>
                    <a:pt x="1602393" y="19088"/>
                  </a:moveTo>
                  <a:lnTo>
                    <a:pt x="1602393" y="623866"/>
                  </a:lnTo>
                  <a:cubicBezTo>
                    <a:pt x="1602393" y="634408"/>
                    <a:pt x="1593847" y="642954"/>
                    <a:pt x="1583305" y="642954"/>
                  </a:cubicBezTo>
                  <a:lnTo>
                    <a:pt x="19088" y="642954"/>
                  </a:lnTo>
                  <a:cubicBezTo>
                    <a:pt x="8546" y="642954"/>
                    <a:pt x="0" y="634408"/>
                    <a:pt x="0" y="623866"/>
                  </a:cubicBezTo>
                  <a:lnTo>
                    <a:pt x="0" y="19088"/>
                  </a:lnTo>
                  <a:cubicBezTo>
                    <a:pt x="0" y="8546"/>
                    <a:pt x="8546" y="0"/>
                    <a:pt x="19088" y="0"/>
                  </a:cubicBezTo>
                  <a:lnTo>
                    <a:pt x="1583305" y="0"/>
                  </a:lnTo>
                  <a:cubicBezTo>
                    <a:pt x="1593847" y="0"/>
                    <a:pt x="1602393" y="8546"/>
                    <a:pt x="1602393" y="19088"/>
                  </a:cubicBezTo>
                  <a:close/>
                </a:path>
              </a:pathLst>
            </a:cu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66A0D8A-BFC7-AFE0-E211-8AF59F8F350D}"/>
                </a:ext>
              </a:extLst>
            </p:cNvPr>
            <p:cNvSpPr txBox="1"/>
            <p:nvPr/>
          </p:nvSpPr>
          <p:spPr>
            <a:xfrm>
              <a:off x="0" y="-74684"/>
              <a:ext cx="1602393" cy="717638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33867" tIns="33867" rIns="33867" bIns="33867" rtlCol="0" anchor="ctr"/>
            <a:lstStyle/>
            <a:p>
              <a:pPr algn="ctr">
                <a:lnSpc>
                  <a:spcPts val="2204"/>
                </a:lnSpc>
              </a:pPr>
              <a:endParaRPr sz="1200"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1DA01B20-70E4-F731-11B6-C87AA14AD319}"/>
              </a:ext>
            </a:extLst>
          </p:cNvPr>
          <p:cNvGrpSpPr/>
          <p:nvPr/>
        </p:nvGrpSpPr>
        <p:grpSpPr>
          <a:xfrm>
            <a:off x="7308506" y="3064671"/>
            <a:ext cx="4388536" cy="1645296"/>
            <a:chOff x="0" y="-75186"/>
            <a:chExt cx="1602393" cy="718140"/>
          </a:xfrm>
          <a:solidFill>
            <a:schemeClr val="accent1">
              <a:lumMod val="90000"/>
            </a:schemeClr>
          </a:solidFill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581AD650-4F29-C695-494D-161BD31656A8}"/>
                </a:ext>
              </a:extLst>
            </p:cNvPr>
            <p:cNvSpPr/>
            <p:nvPr/>
          </p:nvSpPr>
          <p:spPr>
            <a:xfrm>
              <a:off x="0" y="0"/>
              <a:ext cx="1602393" cy="642954"/>
            </a:xfrm>
            <a:custGeom>
              <a:avLst/>
              <a:gdLst/>
              <a:ahLst/>
              <a:cxnLst/>
              <a:rect l="l" t="t" r="r" b="b"/>
              <a:pathLst>
                <a:path w="1602393" h="642954">
                  <a:moveTo>
                    <a:pt x="1602393" y="19088"/>
                  </a:moveTo>
                  <a:lnTo>
                    <a:pt x="1602393" y="623866"/>
                  </a:lnTo>
                  <a:cubicBezTo>
                    <a:pt x="1602393" y="634408"/>
                    <a:pt x="1593847" y="642954"/>
                    <a:pt x="1583305" y="642954"/>
                  </a:cubicBezTo>
                  <a:lnTo>
                    <a:pt x="19088" y="642954"/>
                  </a:lnTo>
                  <a:cubicBezTo>
                    <a:pt x="8546" y="642954"/>
                    <a:pt x="0" y="634408"/>
                    <a:pt x="0" y="623866"/>
                  </a:cubicBezTo>
                  <a:lnTo>
                    <a:pt x="0" y="19088"/>
                  </a:lnTo>
                  <a:cubicBezTo>
                    <a:pt x="0" y="8546"/>
                    <a:pt x="8546" y="0"/>
                    <a:pt x="19088" y="0"/>
                  </a:cubicBezTo>
                  <a:lnTo>
                    <a:pt x="1583305" y="0"/>
                  </a:lnTo>
                  <a:cubicBezTo>
                    <a:pt x="1593847" y="0"/>
                    <a:pt x="1602393" y="8546"/>
                    <a:pt x="1602393" y="19088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07D48BC0-63CF-4753-ABFC-9B2F45AD855E}"/>
                </a:ext>
              </a:extLst>
            </p:cNvPr>
            <p:cNvSpPr txBox="1"/>
            <p:nvPr/>
          </p:nvSpPr>
          <p:spPr>
            <a:xfrm>
              <a:off x="0" y="-75186"/>
              <a:ext cx="1602393" cy="718140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204"/>
                </a:lnSpc>
              </a:pPr>
              <a:endParaRPr sz="1200"/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B673764-EFB9-D2A2-1527-F04F1E39DF69}"/>
              </a:ext>
            </a:extLst>
          </p:cNvPr>
          <p:cNvGrpSpPr/>
          <p:nvPr/>
        </p:nvGrpSpPr>
        <p:grpSpPr>
          <a:xfrm>
            <a:off x="5207881" y="3040086"/>
            <a:ext cx="909719" cy="1669881"/>
            <a:chOff x="0" y="-54082"/>
            <a:chExt cx="312535" cy="613191"/>
          </a:xfrm>
          <a:solidFill>
            <a:schemeClr val="accent1">
              <a:lumMod val="90000"/>
            </a:schemeClr>
          </a:solidFill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D893CC0F-4283-2E5B-41AC-74BE06929675}"/>
                </a:ext>
              </a:extLst>
            </p:cNvPr>
            <p:cNvSpPr/>
            <p:nvPr/>
          </p:nvSpPr>
          <p:spPr>
            <a:xfrm>
              <a:off x="0" y="0"/>
              <a:ext cx="312535" cy="559109"/>
            </a:xfrm>
            <a:custGeom>
              <a:avLst/>
              <a:gdLst/>
              <a:ahLst/>
              <a:cxnLst/>
              <a:rect l="l" t="t" r="r" b="b"/>
              <a:pathLst>
                <a:path w="312535" h="559109">
                  <a:moveTo>
                    <a:pt x="312535" y="85102"/>
                  </a:moveTo>
                  <a:lnTo>
                    <a:pt x="312535" y="474006"/>
                  </a:lnTo>
                  <a:cubicBezTo>
                    <a:pt x="312535" y="496577"/>
                    <a:pt x="303569" y="518223"/>
                    <a:pt x="287610" y="534183"/>
                  </a:cubicBezTo>
                  <a:cubicBezTo>
                    <a:pt x="271650" y="550142"/>
                    <a:pt x="250004" y="559109"/>
                    <a:pt x="227433" y="559109"/>
                  </a:cubicBezTo>
                  <a:lnTo>
                    <a:pt x="85102" y="559109"/>
                  </a:lnTo>
                  <a:cubicBezTo>
                    <a:pt x="62532" y="559109"/>
                    <a:pt x="40886" y="550142"/>
                    <a:pt x="24926" y="534183"/>
                  </a:cubicBezTo>
                  <a:cubicBezTo>
                    <a:pt x="8966" y="518223"/>
                    <a:pt x="0" y="496577"/>
                    <a:pt x="0" y="474006"/>
                  </a:cubicBezTo>
                  <a:lnTo>
                    <a:pt x="0" y="85102"/>
                  </a:lnTo>
                  <a:cubicBezTo>
                    <a:pt x="0" y="62532"/>
                    <a:pt x="8966" y="40886"/>
                    <a:pt x="24926" y="24926"/>
                  </a:cubicBezTo>
                  <a:cubicBezTo>
                    <a:pt x="40886" y="8966"/>
                    <a:pt x="62532" y="0"/>
                    <a:pt x="85102" y="0"/>
                  </a:cubicBezTo>
                  <a:lnTo>
                    <a:pt x="227433" y="0"/>
                  </a:lnTo>
                  <a:cubicBezTo>
                    <a:pt x="250004" y="0"/>
                    <a:pt x="271650" y="8966"/>
                    <a:pt x="287610" y="24926"/>
                  </a:cubicBezTo>
                  <a:cubicBezTo>
                    <a:pt x="303569" y="40886"/>
                    <a:pt x="312535" y="62532"/>
                    <a:pt x="312535" y="85102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6E4266C-C08F-800F-EC40-467A7DCE4A30}"/>
                </a:ext>
              </a:extLst>
            </p:cNvPr>
            <p:cNvSpPr txBox="1"/>
            <p:nvPr/>
          </p:nvSpPr>
          <p:spPr>
            <a:xfrm>
              <a:off x="0" y="-54082"/>
              <a:ext cx="312535" cy="613191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204"/>
                </a:lnSpc>
              </a:pPr>
              <a:endParaRPr sz="1200"/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DA7F6E91-52F2-A266-BEA6-4299630E2A62}"/>
              </a:ext>
            </a:extLst>
          </p:cNvPr>
          <p:cNvGrpSpPr/>
          <p:nvPr/>
        </p:nvGrpSpPr>
        <p:grpSpPr>
          <a:xfrm>
            <a:off x="5197947" y="1462916"/>
            <a:ext cx="909719" cy="1430908"/>
            <a:chOff x="0" y="0"/>
            <a:chExt cx="312535" cy="559109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48BFD1-1F5C-15D4-246E-871ED4271157}"/>
                </a:ext>
              </a:extLst>
            </p:cNvPr>
            <p:cNvSpPr/>
            <p:nvPr/>
          </p:nvSpPr>
          <p:spPr>
            <a:xfrm>
              <a:off x="0" y="0"/>
              <a:ext cx="312535" cy="559109"/>
            </a:xfrm>
            <a:custGeom>
              <a:avLst/>
              <a:gdLst/>
              <a:ahLst/>
              <a:cxnLst/>
              <a:rect l="l" t="t" r="r" b="b"/>
              <a:pathLst>
                <a:path w="312535" h="559109">
                  <a:moveTo>
                    <a:pt x="312535" y="85102"/>
                  </a:moveTo>
                  <a:lnTo>
                    <a:pt x="312535" y="474006"/>
                  </a:lnTo>
                  <a:cubicBezTo>
                    <a:pt x="312535" y="496577"/>
                    <a:pt x="303569" y="518223"/>
                    <a:pt x="287610" y="534183"/>
                  </a:cubicBezTo>
                  <a:cubicBezTo>
                    <a:pt x="271650" y="550142"/>
                    <a:pt x="250004" y="559109"/>
                    <a:pt x="227433" y="559109"/>
                  </a:cubicBezTo>
                  <a:lnTo>
                    <a:pt x="85102" y="559109"/>
                  </a:lnTo>
                  <a:cubicBezTo>
                    <a:pt x="62532" y="559109"/>
                    <a:pt x="40886" y="550142"/>
                    <a:pt x="24926" y="534183"/>
                  </a:cubicBezTo>
                  <a:cubicBezTo>
                    <a:pt x="8966" y="518223"/>
                    <a:pt x="0" y="496577"/>
                    <a:pt x="0" y="474006"/>
                  </a:cubicBezTo>
                  <a:lnTo>
                    <a:pt x="0" y="85102"/>
                  </a:lnTo>
                  <a:cubicBezTo>
                    <a:pt x="0" y="62532"/>
                    <a:pt x="8966" y="40886"/>
                    <a:pt x="24926" y="24926"/>
                  </a:cubicBezTo>
                  <a:cubicBezTo>
                    <a:pt x="40886" y="8966"/>
                    <a:pt x="62532" y="0"/>
                    <a:pt x="85102" y="0"/>
                  </a:cubicBezTo>
                  <a:lnTo>
                    <a:pt x="227433" y="0"/>
                  </a:lnTo>
                  <a:cubicBezTo>
                    <a:pt x="250004" y="0"/>
                    <a:pt x="271650" y="8966"/>
                    <a:pt x="287610" y="24926"/>
                  </a:cubicBezTo>
                  <a:cubicBezTo>
                    <a:pt x="303569" y="40886"/>
                    <a:pt x="312535" y="62532"/>
                    <a:pt x="312535" y="85102"/>
                  </a:cubicBezTo>
                  <a:close/>
                </a:path>
              </a:pathLst>
            </a:cu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4B87F85-4789-A7E7-5107-489706DF4D29}"/>
                </a:ext>
              </a:extLst>
            </p:cNvPr>
            <p:cNvSpPr txBox="1"/>
            <p:nvPr/>
          </p:nvSpPr>
          <p:spPr>
            <a:xfrm>
              <a:off x="0" y="-57150"/>
              <a:ext cx="312535" cy="616259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33867" tIns="33867" rIns="33867" bIns="33867" rtlCol="0" anchor="ctr"/>
            <a:lstStyle/>
            <a:p>
              <a:pPr algn="ctr">
                <a:lnSpc>
                  <a:spcPts val="2204"/>
                </a:lnSpc>
              </a:pPr>
              <a:endParaRPr sz="1200"/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3F8135B7-5FA5-5495-5393-8ECB239CD8D8}"/>
              </a:ext>
            </a:extLst>
          </p:cNvPr>
          <p:cNvGrpSpPr/>
          <p:nvPr/>
        </p:nvGrpSpPr>
        <p:grpSpPr>
          <a:xfrm>
            <a:off x="6259892" y="3029414"/>
            <a:ext cx="909719" cy="1680553"/>
            <a:chOff x="0" y="-37528"/>
            <a:chExt cx="312535" cy="596637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079F74B-3037-E601-DF6C-C03652107DA2}"/>
                </a:ext>
              </a:extLst>
            </p:cNvPr>
            <p:cNvSpPr/>
            <p:nvPr/>
          </p:nvSpPr>
          <p:spPr>
            <a:xfrm>
              <a:off x="0" y="0"/>
              <a:ext cx="312535" cy="559109"/>
            </a:xfrm>
            <a:custGeom>
              <a:avLst/>
              <a:gdLst/>
              <a:ahLst/>
              <a:cxnLst/>
              <a:rect l="l" t="t" r="r" b="b"/>
              <a:pathLst>
                <a:path w="312535" h="559109">
                  <a:moveTo>
                    <a:pt x="312535" y="85102"/>
                  </a:moveTo>
                  <a:lnTo>
                    <a:pt x="312535" y="474006"/>
                  </a:lnTo>
                  <a:cubicBezTo>
                    <a:pt x="312535" y="496577"/>
                    <a:pt x="303569" y="518223"/>
                    <a:pt x="287610" y="534183"/>
                  </a:cubicBezTo>
                  <a:cubicBezTo>
                    <a:pt x="271650" y="550142"/>
                    <a:pt x="250004" y="559109"/>
                    <a:pt x="227433" y="559109"/>
                  </a:cubicBezTo>
                  <a:lnTo>
                    <a:pt x="85102" y="559109"/>
                  </a:lnTo>
                  <a:cubicBezTo>
                    <a:pt x="62532" y="559109"/>
                    <a:pt x="40886" y="550142"/>
                    <a:pt x="24926" y="534183"/>
                  </a:cubicBezTo>
                  <a:cubicBezTo>
                    <a:pt x="8966" y="518223"/>
                    <a:pt x="0" y="496577"/>
                    <a:pt x="0" y="474006"/>
                  </a:cubicBezTo>
                  <a:lnTo>
                    <a:pt x="0" y="85102"/>
                  </a:lnTo>
                  <a:cubicBezTo>
                    <a:pt x="0" y="62532"/>
                    <a:pt x="8966" y="40886"/>
                    <a:pt x="24926" y="24926"/>
                  </a:cubicBezTo>
                  <a:cubicBezTo>
                    <a:pt x="40886" y="8966"/>
                    <a:pt x="62532" y="0"/>
                    <a:pt x="85102" y="0"/>
                  </a:cubicBezTo>
                  <a:lnTo>
                    <a:pt x="227433" y="0"/>
                  </a:lnTo>
                  <a:cubicBezTo>
                    <a:pt x="250004" y="0"/>
                    <a:pt x="271650" y="8966"/>
                    <a:pt x="287610" y="24926"/>
                  </a:cubicBezTo>
                  <a:cubicBezTo>
                    <a:pt x="303569" y="40886"/>
                    <a:pt x="312535" y="62532"/>
                    <a:pt x="312535" y="85102"/>
                  </a:cubicBezTo>
                  <a:close/>
                </a:path>
              </a:pathLst>
            </a:cu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56EC284B-B2D6-C833-B6CF-F546484676FE}"/>
                </a:ext>
              </a:extLst>
            </p:cNvPr>
            <p:cNvSpPr txBox="1"/>
            <p:nvPr/>
          </p:nvSpPr>
          <p:spPr>
            <a:xfrm>
              <a:off x="0" y="-37528"/>
              <a:ext cx="312535" cy="596637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33867" tIns="33867" rIns="33867" bIns="33867" rtlCol="0" anchor="ctr"/>
            <a:lstStyle/>
            <a:p>
              <a:pPr algn="ctr">
                <a:lnSpc>
                  <a:spcPts val="2204"/>
                </a:lnSpc>
              </a:pPr>
              <a:endParaRPr sz="1200"/>
            </a:p>
          </p:txBody>
        </p:sp>
      </p:grpSp>
      <p:sp>
        <p:nvSpPr>
          <p:cNvPr id="38" name="TextBox 38">
            <a:extLst>
              <a:ext uri="{FF2B5EF4-FFF2-40B4-BE49-F238E27FC236}">
                <a16:creationId xmlns:a16="http://schemas.microsoft.com/office/drawing/2014/main" id="{22A74245-EFCB-B9AA-B59B-9165C6F09EA7}"/>
              </a:ext>
            </a:extLst>
          </p:cNvPr>
          <p:cNvSpPr txBox="1"/>
          <p:nvPr/>
        </p:nvSpPr>
        <p:spPr>
          <a:xfrm>
            <a:off x="5266445" y="3688456"/>
            <a:ext cx="792589" cy="453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0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M Sans Bold"/>
                <a:ea typeface="DM Sans Bold"/>
                <a:cs typeface="DM Sans Bold"/>
                <a:sym typeface="DM Sans Bold"/>
              </a:rPr>
              <a:t>09.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77AD0D85-F0C7-EC8D-CEB9-161A22720D26}"/>
              </a:ext>
            </a:extLst>
          </p:cNvPr>
          <p:cNvSpPr txBox="1"/>
          <p:nvPr/>
        </p:nvSpPr>
        <p:spPr>
          <a:xfrm>
            <a:off x="5303411" y="1959850"/>
            <a:ext cx="792589" cy="453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0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M Sans Bold"/>
                <a:ea typeface="DM Sans Bold"/>
                <a:cs typeface="DM Sans Bold"/>
                <a:sym typeface="DM Sans Bold"/>
              </a:rPr>
              <a:t>07.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067DDE1-BD79-3BE9-54CE-67B78D6D0E2F}"/>
              </a:ext>
            </a:extLst>
          </p:cNvPr>
          <p:cNvSpPr txBox="1"/>
          <p:nvPr/>
        </p:nvSpPr>
        <p:spPr>
          <a:xfrm>
            <a:off x="6346827" y="3688456"/>
            <a:ext cx="792589" cy="453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0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M Sans Bold"/>
                <a:ea typeface="DM Sans Bold"/>
                <a:cs typeface="DM Sans Bold"/>
                <a:sym typeface="DM Sans Bold"/>
              </a:rPr>
              <a:t>10.</a:t>
            </a:r>
          </a:p>
        </p:txBody>
      </p:sp>
      <p:sp>
        <p:nvSpPr>
          <p:cNvPr id="57" name="TextBox 8">
            <a:extLst>
              <a:ext uri="{FF2B5EF4-FFF2-40B4-BE49-F238E27FC236}">
                <a16:creationId xmlns:a16="http://schemas.microsoft.com/office/drawing/2014/main" id="{50C54AE2-7318-4856-F4A4-71FFE37AE2B6}"/>
              </a:ext>
            </a:extLst>
          </p:cNvPr>
          <p:cNvSpPr txBox="1"/>
          <p:nvPr/>
        </p:nvSpPr>
        <p:spPr>
          <a:xfrm>
            <a:off x="7261447" y="1285285"/>
            <a:ext cx="4388536" cy="161694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33867" tIns="33867" rIns="33867" bIns="33867" rtlCol="0" anchor="ctr"/>
          <a:lstStyle/>
          <a:p>
            <a:pPr algn="ctr">
              <a:lnSpc>
                <a:spcPts val="2204"/>
              </a:lnSpc>
            </a:pPr>
            <a:endParaRPr sz="1200"/>
          </a:p>
        </p:txBody>
      </p:sp>
      <p:sp>
        <p:nvSpPr>
          <p:cNvPr id="58" name="TextBox 21">
            <a:extLst>
              <a:ext uri="{FF2B5EF4-FFF2-40B4-BE49-F238E27FC236}">
                <a16:creationId xmlns:a16="http://schemas.microsoft.com/office/drawing/2014/main" id="{C935078D-3382-640D-E936-A148593613C3}"/>
              </a:ext>
            </a:extLst>
          </p:cNvPr>
          <p:cNvSpPr txBox="1"/>
          <p:nvPr/>
        </p:nvSpPr>
        <p:spPr>
          <a:xfrm>
            <a:off x="6229697" y="1344128"/>
            <a:ext cx="909719" cy="1536548"/>
          </a:xfrm>
          <a:prstGeom prst="rect">
            <a:avLst/>
          </a:prstGeom>
          <a:solidFill>
            <a:schemeClr val="accent1">
              <a:lumMod val="90000"/>
            </a:schemeClr>
          </a:solidFill>
        </p:spPr>
        <p:txBody>
          <a:bodyPr lIns="33867" tIns="33867" rIns="33867" bIns="33867" rtlCol="0" anchor="ctr"/>
          <a:lstStyle/>
          <a:p>
            <a:pPr algn="ctr">
              <a:lnSpc>
                <a:spcPts val="2204"/>
              </a:lnSpc>
            </a:pPr>
            <a:endParaRPr sz="1200" dirty="0"/>
          </a:p>
        </p:txBody>
      </p:sp>
      <p:sp>
        <p:nvSpPr>
          <p:cNvPr id="59" name="TextBox 38">
            <a:extLst>
              <a:ext uri="{FF2B5EF4-FFF2-40B4-BE49-F238E27FC236}">
                <a16:creationId xmlns:a16="http://schemas.microsoft.com/office/drawing/2014/main" id="{FCCC4240-5E09-A9E1-1D29-B27470627B57}"/>
              </a:ext>
            </a:extLst>
          </p:cNvPr>
          <p:cNvSpPr txBox="1"/>
          <p:nvPr/>
        </p:nvSpPr>
        <p:spPr>
          <a:xfrm>
            <a:off x="6307908" y="1959850"/>
            <a:ext cx="792589" cy="453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0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M Sans Bold"/>
                <a:ea typeface="DM Sans Bold"/>
                <a:cs typeface="DM Sans Bold"/>
                <a:sym typeface="DM Sans Bold"/>
              </a:rPr>
              <a:t>08.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AF57C5-5D13-3F2C-771F-29BAE276CDD2}"/>
              </a:ext>
            </a:extLst>
          </p:cNvPr>
          <p:cNvSpPr txBox="1"/>
          <p:nvPr/>
        </p:nvSpPr>
        <p:spPr>
          <a:xfrm>
            <a:off x="578921" y="387854"/>
            <a:ext cx="2584362" cy="10926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500" dirty="0">
                <a:latin typeface="Angsana New" panose="02020603050405020304" pitchFamily="18" charset="-34"/>
                <a:cs typeface="Angsana New" panose="02020603050405020304" pitchFamily="18" charset="-34"/>
              </a:rPr>
              <a:t>SAP Table</a:t>
            </a:r>
          </a:p>
        </p:txBody>
      </p:sp>
      <p:grpSp>
        <p:nvGrpSpPr>
          <p:cNvPr id="9" name="Group 3">
            <a:extLst>
              <a:ext uri="{FF2B5EF4-FFF2-40B4-BE49-F238E27FC236}">
                <a16:creationId xmlns:a16="http://schemas.microsoft.com/office/drawing/2014/main" id="{7358760B-3130-5B24-452C-B942203381DB}"/>
              </a:ext>
            </a:extLst>
          </p:cNvPr>
          <p:cNvGrpSpPr/>
          <p:nvPr/>
        </p:nvGrpSpPr>
        <p:grpSpPr>
          <a:xfrm>
            <a:off x="680450" y="4969565"/>
            <a:ext cx="4382438" cy="1471780"/>
            <a:chOff x="0" y="0"/>
            <a:chExt cx="1602393" cy="642954"/>
          </a:xfrm>
          <a:solidFill>
            <a:schemeClr val="accent1">
              <a:lumMod val="90000"/>
            </a:schemeClr>
          </a:solidFill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65A32FE2-A169-1F2F-DD6F-326EEA425F17}"/>
                </a:ext>
              </a:extLst>
            </p:cNvPr>
            <p:cNvSpPr/>
            <p:nvPr/>
          </p:nvSpPr>
          <p:spPr>
            <a:xfrm>
              <a:off x="0" y="0"/>
              <a:ext cx="1602393" cy="642954"/>
            </a:xfrm>
            <a:custGeom>
              <a:avLst/>
              <a:gdLst/>
              <a:ahLst/>
              <a:cxnLst/>
              <a:rect l="l" t="t" r="r" b="b"/>
              <a:pathLst>
                <a:path w="1602393" h="642954">
                  <a:moveTo>
                    <a:pt x="1602393" y="19088"/>
                  </a:moveTo>
                  <a:lnTo>
                    <a:pt x="1602393" y="623866"/>
                  </a:lnTo>
                  <a:cubicBezTo>
                    <a:pt x="1602393" y="634408"/>
                    <a:pt x="1593847" y="642954"/>
                    <a:pt x="1583305" y="642954"/>
                  </a:cubicBezTo>
                  <a:lnTo>
                    <a:pt x="19088" y="642954"/>
                  </a:lnTo>
                  <a:cubicBezTo>
                    <a:pt x="8546" y="642954"/>
                    <a:pt x="0" y="634408"/>
                    <a:pt x="0" y="623866"/>
                  </a:cubicBezTo>
                  <a:lnTo>
                    <a:pt x="0" y="19088"/>
                  </a:lnTo>
                  <a:cubicBezTo>
                    <a:pt x="0" y="8546"/>
                    <a:pt x="8546" y="0"/>
                    <a:pt x="19088" y="0"/>
                  </a:cubicBezTo>
                  <a:lnTo>
                    <a:pt x="1583305" y="0"/>
                  </a:lnTo>
                  <a:cubicBezTo>
                    <a:pt x="1593847" y="0"/>
                    <a:pt x="1602393" y="8546"/>
                    <a:pt x="1602393" y="19088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02F6B686-4E83-FDF9-397C-9B91C5927FFD}"/>
                </a:ext>
              </a:extLst>
            </p:cNvPr>
            <p:cNvSpPr txBox="1"/>
            <p:nvPr/>
          </p:nvSpPr>
          <p:spPr>
            <a:xfrm>
              <a:off x="0" y="-57150"/>
              <a:ext cx="1602393" cy="700104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204"/>
                </a:lnSpc>
              </a:pPr>
              <a:endParaRPr sz="1200"/>
            </a:p>
          </p:txBody>
        </p:sp>
      </p:grpSp>
      <p:grpSp>
        <p:nvGrpSpPr>
          <p:cNvPr id="16" name="Group 22">
            <a:extLst>
              <a:ext uri="{FF2B5EF4-FFF2-40B4-BE49-F238E27FC236}">
                <a16:creationId xmlns:a16="http://schemas.microsoft.com/office/drawing/2014/main" id="{48C9919A-ACE9-5ECB-E916-DF938AE0ACC0}"/>
              </a:ext>
            </a:extLst>
          </p:cNvPr>
          <p:cNvGrpSpPr/>
          <p:nvPr/>
        </p:nvGrpSpPr>
        <p:grpSpPr>
          <a:xfrm>
            <a:off x="5207881" y="4969565"/>
            <a:ext cx="909719" cy="1543144"/>
            <a:chOff x="0" y="0"/>
            <a:chExt cx="312535" cy="559109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17" name="Freeform 23">
              <a:extLst>
                <a:ext uri="{FF2B5EF4-FFF2-40B4-BE49-F238E27FC236}">
                  <a16:creationId xmlns:a16="http://schemas.microsoft.com/office/drawing/2014/main" id="{F70E1B54-A4FB-B6A5-B524-BA324221379C}"/>
                </a:ext>
              </a:extLst>
            </p:cNvPr>
            <p:cNvSpPr/>
            <p:nvPr/>
          </p:nvSpPr>
          <p:spPr>
            <a:xfrm>
              <a:off x="0" y="0"/>
              <a:ext cx="312535" cy="559109"/>
            </a:xfrm>
            <a:custGeom>
              <a:avLst/>
              <a:gdLst/>
              <a:ahLst/>
              <a:cxnLst/>
              <a:rect l="l" t="t" r="r" b="b"/>
              <a:pathLst>
                <a:path w="312535" h="559109">
                  <a:moveTo>
                    <a:pt x="312535" y="85102"/>
                  </a:moveTo>
                  <a:lnTo>
                    <a:pt x="312535" y="474006"/>
                  </a:lnTo>
                  <a:cubicBezTo>
                    <a:pt x="312535" y="496577"/>
                    <a:pt x="303569" y="518223"/>
                    <a:pt x="287610" y="534183"/>
                  </a:cubicBezTo>
                  <a:cubicBezTo>
                    <a:pt x="271650" y="550142"/>
                    <a:pt x="250004" y="559109"/>
                    <a:pt x="227433" y="559109"/>
                  </a:cubicBezTo>
                  <a:lnTo>
                    <a:pt x="85102" y="559109"/>
                  </a:lnTo>
                  <a:cubicBezTo>
                    <a:pt x="62532" y="559109"/>
                    <a:pt x="40886" y="550142"/>
                    <a:pt x="24926" y="534183"/>
                  </a:cubicBezTo>
                  <a:cubicBezTo>
                    <a:pt x="8966" y="518223"/>
                    <a:pt x="0" y="496577"/>
                    <a:pt x="0" y="474006"/>
                  </a:cubicBezTo>
                  <a:lnTo>
                    <a:pt x="0" y="85102"/>
                  </a:lnTo>
                  <a:cubicBezTo>
                    <a:pt x="0" y="62532"/>
                    <a:pt x="8966" y="40886"/>
                    <a:pt x="24926" y="24926"/>
                  </a:cubicBezTo>
                  <a:cubicBezTo>
                    <a:pt x="40886" y="8966"/>
                    <a:pt x="62532" y="0"/>
                    <a:pt x="85102" y="0"/>
                  </a:cubicBezTo>
                  <a:lnTo>
                    <a:pt x="227433" y="0"/>
                  </a:lnTo>
                  <a:cubicBezTo>
                    <a:pt x="250004" y="0"/>
                    <a:pt x="271650" y="8966"/>
                    <a:pt x="287610" y="24926"/>
                  </a:cubicBezTo>
                  <a:cubicBezTo>
                    <a:pt x="303569" y="40886"/>
                    <a:pt x="312535" y="62532"/>
                    <a:pt x="312535" y="85102"/>
                  </a:cubicBezTo>
                  <a:close/>
                </a:path>
              </a:pathLst>
            </a:cu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TextBox 24">
              <a:extLst>
                <a:ext uri="{FF2B5EF4-FFF2-40B4-BE49-F238E27FC236}">
                  <a16:creationId xmlns:a16="http://schemas.microsoft.com/office/drawing/2014/main" id="{A2DA34A5-1C32-FDB7-21C0-3B387E30C462}"/>
                </a:ext>
              </a:extLst>
            </p:cNvPr>
            <p:cNvSpPr txBox="1"/>
            <p:nvPr/>
          </p:nvSpPr>
          <p:spPr>
            <a:xfrm>
              <a:off x="0" y="-57150"/>
              <a:ext cx="312535" cy="616259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33867" tIns="33867" rIns="33867" bIns="33867" rtlCol="0" anchor="ctr"/>
            <a:lstStyle/>
            <a:p>
              <a:pPr algn="ctr">
                <a:lnSpc>
                  <a:spcPts val="2204"/>
                </a:lnSpc>
              </a:pPr>
              <a:endParaRPr sz="1200"/>
            </a:p>
          </p:txBody>
        </p:sp>
      </p:grpSp>
      <p:sp>
        <p:nvSpPr>
          <p:cNvPr id="28" name="TextBox 39">
            <a:extLst>
              <a:ext uri="{FF2B5EF4-FFF2-40B4-BE49-F238E27FC236}">
                <a16:creationId xmlns:a16="http://schemas.microsoft.com/office/drawing/2014/main" id="{A461A953-D9ED-CDF6-4758-8118D752CB77}"/>
              </a:ext>
            </a:extLst>
          </p:cNvPr>
          <p:cNvSpPr txBox="1"/>
          <p:nvPr/>
        </p:nvSpPr>
        <p:spPr>
          <a:xfrm>
            <a:off x="5269758" y="5349400"/>
            <a:ext cx="792589" cy="453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0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M Sans Bold"/>
                <a:ea typeface="DM Sans Bold"/>
                <a:cs typeface="DM Sans Bold"/>
                <a:sym typeface="DM Sans Bold"/>
              </a:rPr>
              <a:t>11.</a:t>
            </a:r>
          </a:p>
        </p:txBody>
      </p:sp>
      <p:sp>
        <p:nvSpPr>
          <p:cNvPr id="29" name="TextBox 21">
            <a:extLst>
              <a:ext uri="{FF2B5EF4-FFF2-40B4-BE49-F238E27FC236}">
                <a16:creationId xmlns:a16="http://schemas.microsoft.com/office/drawing/2014/main" id="{A2A0179F-C7D0-4548-6C84-3130FF3727FE}"/>
              </a:ext>
            </a:extLst>
          </p:cNvPr>
          <p:cNvSpPr txBox="1"/>
          <p:nvPr/>
        </p:nvSpPr>
        <p:spPr>
          <a:xfrm>
            <a:off x="6259892" y="4808078"/>
            <a:ext cx="909719" cy="1680553"/>
          </a:xfrm>
          <a:prstGeom prst="rect">
            <a:avLst/>
          </a:prstGeom>
          <a:solidFill>
            <a:schemeClr val="accent1">
              <a:lumMod val="90000"/>
            </a:schemeClr>
          </a:solidFill>
        </p:spPr>
        <p:txBody>
          <a:bodyPr lIns="33867" tIns="33867" rIns="33867" bIns="33867" rtlCol="0" anchor="ctr"/>
          <a:lstStyle/>
          <a:p>
            <a:pPr algn="ctr">
              <a:lnSpc>
                <a:spcPts val="2204"/>
              </a:lnSpc>
            </a:pPr>
            <a:endParaRPr sz="1200" dirty="0"/>
          </a:p>
        </p:txBody>
      </p:sp>
      <p:sp>
        <p:nvSpPr>
          <p:cNvPr id="30" name="TextBox 38">
            <a:extLst>
              <a:ext uri="{FF2B5EF4-FFF2-40B4-BE49-F238E27FC236}">
                <a16:creationId xmlns:a16="http://schemas.microsoft.com/office/drawing/2014/main" id="{75DC121E-AB2B-4F63-3EA4-9A67EC8C86B5}"/>
              </a:ext>
            </a:extLst>
          </p:cNvPr>
          <p:cNvSpPr txBox="1"/>
          <p:nvPr/>
        </p:nvSpPr>
        <p:spPr>
          <a:xfrm>
            <a:off x="6346826" y="5349465"/>
            <a:ext cx="792589" cy="453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0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M Sans Bold"/>
                <a:ea typeface="DM Sans Bold"/>
                <a:cs typeface="DM Sans Bold"/>
                <a:sym typeface="DM Sans Bold"/>
              </a:rPr>
              <a:t>12.</a:t>
            </a:r>
          </a:p>
        </p:txBody>
      </p:sp>
      <p:sp>
        <p:nvSpPr>
          <p:cNvPr id="31" name="TextBox 8">
            <a:extLst>
              <a:ext uri="{FF2B5EF4-FFF2-40B4-BE49-F238E27FC236}">
                <a16:creationId xmlns:a16="http://schemas.microsoft.com/office/drawing/2014/main" id="{3E076E2B-649F-7968-C408-E8BADBAEDF99}"/>
              </a:ext>
            </a:extLst>
          </p:cNvPr>
          <p:cNvSpPr txBox="1"/>
          <p:nvPr/>
        </p:nvSpPr>
        <p:spPr>
          <a:xfrm>
            <a:off x="7308506" y="4849771"/>
            <a:ext cx="4388536" cy="164529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33867" tIns="33867" rIns="33867" bIns="33867" rtlCol="0" anchor="ctr"/>
          <a:lstStyle/>
          <a:p>
            <a:pPr algn="ctr">
              <a:lnSpc>
                <a:spcPts val="2204"/>
              </a:lnSpc>
            </a:pPr>
            <a:endParaRPr sz="12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0ED4D5-EE42-0D31-3A6D-8D3A01685DB2}"/>
              </a:ext>
            </a:extLst>
          </p:cNvPr>
          <p:cNvSpPr txBox="1"/>
          <p:nvPr/>
        </p:nvSpPr>
        <p:spPr>
          <a:xfrm>
            <a:off x="847956" y="1388860"/>
            <a:ext cx="375453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BSEG – Accounting Document Segment</a:t>
            </a:r>
          </a:p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Some columns of the table:</a:t>
            </a:r>
          </a:p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BUZEI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Number of Line Item Within Accounting Document</a:t>
            </a:r>
          </a:p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BUZID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Identification of the Line Item</a:t>
            </a:r>
          </a:p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AUGDT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Clearing Date</a:t>
            </a:r>
          </a:p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AUGCP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Clearing Entry Date</a:t>
            </a:r>
          </a:p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AUGBL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Document Number of the Clearing Document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AB6653D-71A1-D8AA-CEAB-16DAA1A8AB9D}"/>
              </a:ext>
            </a:extLst>
          </p:cNvPr>
          <p:cNvSpPr txBox="1"/>
          <p:nvPr/>
        </p:nvSpPr>
        <p:spPr>
          <a:xfrm>
            <a:off x="7401851" y="1469152"/>
            <a:ext cx="3944248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EKET – Purchasing Document Schedule Lines</a:t>
            </a:r>
            <a:endParaRPr lang="en-IN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N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Some columns of the table:</a:t>
            </a:r>
            <a:endParaRPr lang="en-IN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N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EBELN:</a:t>
            </a:r>
            <a:r>
              <a:rPr lang="en-IN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Purchase Order Number </a:t>
            </a:r>
          </a:p>
          <a:p>
            <a:r>
              <a:rPr lang="en-IN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EBELP:</a:t>
            </a:r>
            <a:r>
              <a:rPr lang="en-IN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Purchase Order Item Number </a:t>
            </a:r>
          </a:p>
          <a:p>
            <a:r>
              <a:rPr lang="en-IN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ETENR:</a:t>
            </a:r>
            <a:r>
              <a:rPr lang="en-IN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Schedule Line Number </a:t>
            </a:r>
          </a:p>
          <a:p>
            <a:r>
              <a:rPr lang="en-IN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EINDT:</a:t>
            </a:r>
            <a:r>
              <a:rPr lang="en-IN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Delivery Date </a:t>
            </a:r>
          </a:p>
          <a:p>
            <a:r>
              <a:rPr lang="en-IN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MENGE:</a:t>
            </a:r>
            <a:r>
              <a:rPr lang="en-IN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Scheduled Quantity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119864-0D75-9578-1065-2FA3BB40B849}"/>
              </a:ext>
            </a:extLst>
          </p:cNvPr>
          <p:cNvSpPr txBox="1"/>
          <p:nvPr/>
        </p:nvSpPr>
        <p:spPr>
          <a:xfrm>
            <a:off x="761243" y="3082140"/>
            <a:ext cx="4251353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BSIK – Accounting: Secondary Index for Vendors (Open Items)</a:t>
            </a:r>
            <a:endParaRPr lang="en-IN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N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Some columns of the table:</a:t>
            </a:r>
            <a:endParaRPr lang="en-IN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N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LIFNR:</a:t>
            </a:r>
            <a:r>
              <a:rPr lang="en-IN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Vendor Number </a:t>
            </a:r>
          </a:p>
          <a:p>
            <a:r>
              <a:rPr lang="en-IN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BUKRS:</a:t>
            </a:r>
            <a:r>
              <a:rPr lang="en-IN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Company Code </a:t>
            </a:r>
          </a:p>
          <a:p>
            <a:r>
              <a:rPr lang="en-IN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BELNR:</a:t>
            </a:r>
            <a:r>
              <a:rPr lang="en-IN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Accounting Document Number </a:t>
            </a:r>
          </a:p>
          <a:p>
            <a:r>
              <a:rPr lang="en-IN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GJAHR:</a:t>
            </a:r>
            <a:r>
              <a:rPr lang="en-IN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Fiscal Year </a:t>
            </a:r>
          </a:p>
          <a:p>
            <a:r>
              <a:rPr lang="en-IN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DMBTR:</a:t>
            </a:r>
            <a:r>
              <a:rPr lang="en-IN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Amount in Local Currency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A75F99A-0657-03DE-DDC9-2B42813AEC12}"/>
              </a:ext>
            </a:extLst>
          </p:cNvPr>
          <p:cNvSpPr txBox="1"/>
          <p:nvPr/>
        </p:nvSpPr>
        <p:spPr>
          <a:xfrm>
            <a:off x="7496706" y="3151725"/>
            <a:ext cx="3754538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MARA – General Material Data</a:t>
            </a:r>
          </a:p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Some columns of the table: </a:t>
            </a:r>
          </a:p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MATNR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Material Number</a:t>
            </a:r>
          </a:p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ERSDA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n-IN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Created On</a:t>
            </a:r>
          </a:p>
          <a:p>
            <a:r>
              <a:rPr lang="en-IN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ERNAM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Name of the Person who Created the Object</a:t>
            </a:r>
          </a:p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LAEDA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Date of Last Change</a:t>
            </a:r>
          </a:p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AENAM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Name of the Person who changed the Object</a:t>
            </a:r>
          </a:p>
          <a:p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6A03FBC-8615-FE26-7DBE-07CA833AAD87}"/>
              </a:ext>
            </a:extLst>
          </p:cNvPr>
          <p:cNvSpPr txBox="1"/>
          <p:nvPr/>
        </p:nvSpPr>
        <p:spPr>
          <a:xfrm>
            <a:off x="761243" y="4888301"/>
            <a:ext cx="375453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/>
              <a:t>MAKT – Material Descriptions</a:t>
            </a:r>
          </a:p>
          <a:p>
            <a:r>
              <a:rPr lang="en-US" sz="1100" b="1" dirty="0"/>
              <a:t>Some columns of the table:</a:t>
            </a:r>
          </a:p>
          <a:p>
            <a:r>
              <a:rPr lang="en-US" sz="1100" b="1" dirty="0"/>
              <a:t>MATNR</a:t>
            </a:r>
            <a:r>
              <a:rPr lang="en-US" sz="1100" dirty="0"/>
              <a:t>: Material Number</a:t>
            </a:r>
          </a:p>
          <a:p>
            <a:r>
              <a:rPr lang="en-US" sz="1100" b="1" dirty="0"/>
              <a:t>SPRAS</a:t>
            </a:r>
            <a:r>
              <a:rPr lang="en-US" sz="1100" dirty="0"/>
              <a:t>: </a:t>
            </a:r>
            <a:r>
              <a:rPr lang="en-IN" sz="1100" dirty="0"/>
              <a:t>Language Key</a:t>
            </a:r>
          </a:p>
          <a:p>
            <a:r>
              <a:rPr lang="en-IN" sz="1100" b="1" dirty="0"/>
              <a:t>MAKTX</a:t>
            </a:r>
            <a:r>
              <a:rPr lang="en-US" sz="1100" dirty="0"/>
              <a:t>: Material Description (Short Text)</a:t>
            </a:r>
          </a:p>
          <a:p>
            <a:r>
              <a:rPr lang="en-US" sz="1100" b="1" dirty="0"/>
              <a:t>MAKTG</a:t>
            </a:r>
            <a:r>
              <a:rPr lang="en-US" sz="1100" dirty="0"/>
              <a:t>: Material Description In upper case for match codes</a:t>
            </a:r>
          </a:p>
          <a:p>
            <a:endParaRPr lang="en-US" sz="11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24ECB12-128B-42DB-A421-650F421F1F5B}"/>
              </a:ext>
            </a:extLst>
          </p:cNvPr>
          <p:cNvSpPr txBox="1"/>
          <p:nvPr/>
        </p:nvSpPr>
        <p:spPr>
          <a:xfrm>
            <a:off x="7401851" y="4933240"/>
            <a:ext cx="4382438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BSAK – Accounting: Secondary Index for Vendors (Cleared Items)</a:t>
            </a:r>
            <a:endParaRPr lang="en-IN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N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Some columns of the table:</a:t>
            </a:r>
            <a:endParaRPr lang="en-IN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N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LIFNR:</a:t>
            </a:r>
            <a:r>
              <a:rPr lang="en-IN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Vendor Number </a:t>
            </a:r>
          </a:p>
          <a:p>
            <a:r>
              <a:rPr lang="en-IN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BUKRS:</a:t>
            </a:r>
            <a:r>
              <a:rPr lang="en-IN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Company Code </a:t>
            </a:r>
          </a:p>
          <a:p>
            <a:r>
              <a:rPr lang="en-IN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BELNR:</a:t>
            </a:r>
            <a:r>
              <a:rPr lang="en-IN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Accounting Document Number </a:t>
            </a:r>
          </a:p>
          <a:p>
            <a:r>
              <a:rPr lang="en-IN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AUGDT:</a:t>
            </a:r>
            <a:r>
              <a:rPr lang="en-IN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Clearing Date </a:t>
            </a:r>
          </a:p>
          <a:p>
            <a:r>
              <a:rPr lang="en-IN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AUGBL:</a:t>
            </a:r>
            <a:r>
              <a:rPr lang="en-IN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Document Number of the Clearing Document</a:t>
            </a:r>
          </a:p>
        </p:txBody>
      </p:sp>
      <p:pic>
        <p:nvPicPr>
          <p:cNvPr id="42" name="Picture 41" descr="Ey logo - free Icon PNG, SVG">
            <a:extLst>
              <a:ext uri="{FF2B5EF4-FFF2-40B4-BE49-F238E27FC236}">
                <a16:creationId xmlns:a16="http://schemas.microsoft.com/office/drawing/2014/main" id="{CB9D72CA-D6A8-B28B-70E0-73631C3F3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7487" y="9939"/>
            <a:ext cx="2632812" cy="131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921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SmartArt Placeholder 5" descr="Smart Art Graphic">
            <a:extLst>
              <a:ext uri="{FF2B5EF4-FFF2-40B4-BE49-F238E27FC236}">
                <a16:creationId xmlns:a16="http://schemas.microsoft.com/office/drawing/2014/main" id="{20A3B3AB-C325-E359-8954-67BA4D548FA1}"/>
              </a:ext>
            </a:extLst>
          </p:cNvPr>
          <p:cNvGraphicFramePr>
            <a:graphicFrameLocks noGrp="1"/>
          </p:cNvGraphicFramePr>
          <p:nvPr>
            <p:ph type="dgm" sz="quarter" idx="29"/>
            <p:extLst>
              <p:ext uri="{D42A27DB-BD31-4B8C-83A1-F6EECF244321}">
                <p14:modId xmlns:p14="http://schemas.microsoft.com/office/powerpoint/2010/main" val="2600288647"/>
              </p:ext>
            </p:extLst>
          </p:nvPr>
        </p:nvGraphicFramePr>
        <p:xfrm>
          <a:off x="785813" y="1778000"/>
          <a:ext cx="10479087" cy="45704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" name="Picture Placeholder 11" descr="Clock">
            <a:extLst>
              <a:ext uri="{FF2B5EF4-FFF2-40B4-BE49-F238E27FC236}">
                <a16:creationId xmlns:a16="http://schemas.microsoft.com/office/drawing/2014/main" id="{A821B1D7-EBB3-5CAE-1211-E820F5F7FA5D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1953589" y="2208577"/>
            <a:ext cx="429768" cy="429768"/>
          </a:xfrm>
        </p:spPr>
      </p:pic>
      <p:pic>
        <p:nvPicPr>
          <p:cNvPr id="13" name="Picture Placeholder 12" descr="Research">
            <a:extLst>
              <a:ext uri="{FF2B5EF4-FFF2-40B4-BE49-F238E27FC236}">
                <a16:creationId xmlns:a16="http://schemas.microsoft.com/office/drawing/2014/main" id="{71A84B8C-23DE-FE7A-A7D5-7C5C97439D37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5688691" y="2233693"/>
            <a:ext cx="429768" cy="429768"/>
          </a:xfrm>
        </p:spPr>
      </p:pic>
      <p:pic>
        <p:nvPicPr>
          <p:cNvPr id="14" name="Picture Placeholder 13" descr="Presentation with bar chart">
            <a:extLst>
              <a:ext uri="{FF2B5EF4-FFF2-40B4-BE49-F238E27FC236}">
                <a16:creationId xmlns:a16="http://schemas.microsoft.com/office/drawing/2014/main" id="{85636235-74B0-ACCD-4D14-6418F289F27F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9521541" y="2233693"/>
            <a:ext cx="429768" cy="429768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0CBADD-5A3F-59AC-EEDC-8AF234E8AD7F}"/>
              </a:ext>
            </a:extLst>
          </p:cNvPr>
          <p:cNvSpPr txBox="1"/>
          <p:nvPr/>
        </p:nvSpPr>
        <p:spPr>
          <a:xfrm>
            <a:off x="785813" y="278126"/>
            <a:ext cx="3393878" cy="10926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500" dirty="0">
                <a:latin typeface="Angsana New" panose="02020603050405020304" pitchFamily="18" charset="-34"/>
                <a:cs typeface="Angsana New" panose="02020603050405020304" pitchFamily="18" charset="-34"/>
              </a:rPr>
              <a:t>Terminologies</a:t>
            </a:r>
          </a:p>
        </p:txBody>
      </p:sp>
      <p:pic>
        <p:nvPicPr>
          <p:cNvPr id="2" name="Picture 1" descr="Ey logo - free Icon PNG, SVG">
            <a:extLst>
              <a:ext uri="{FF2B5EF4-FFF2-40B4-BE49-F238E27FC236}">
                <a16:creationId xmlns:a16="http://schemas.microsoft.com/office/drawing/2014/main" id="{8552D3E4-7FA1-B3A1-6885-3B5503F85D4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07487" y="9939"/>
            <a:ext cx="2632812" cy="131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138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5BF733-9E44-2C1A-9F7B-7E5A7FB0A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SmartArt Placeholder 5" descr="Smart Art Graphic">
            <a:extLst>
              <a:ext uri="{FF2B5EF4-FFF2-40B4-BE49-F238E27FC236}">
                <a16:creationId xmlns:a16="http://schemas.microsoft.com/office/drawing/2014/main" id="{32728A7F-2D6D-AE01-CCBC-D1500BBD00E2}"/>
              </a:ext>
            </a:extLst>
          </p:cNvPr>
          <p:cNvGraphicFramePr>
            <a:graphicFrameLocks noGrp="1"/>
          </p:cNvGraphicFramePr>
          <p:nvPr>
            <p:ph type="dgm" sz="quarter" idx="29"/>
            <p:extLst>
              <p:ext uri="{D42A27DB-BD31-4B8C-83A1-F6EECF244321}">
                <p14:modId xmlns:p14="http://schemas.microsoft.com/office/powerpoint/2010/main" val="94182433"/>
              </p:ext>
            </p:extLst>
          </p:nvPr>
        </p:nvGraphicFramePr>
        <p:xfrm>
          <a:off x="785813" y="1817688"/>
          <a:ext cx="10620375" cy="4530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" name="Picture Placeholder 11" descr="Clock">
            <a:extLst>
              <a:ext uri="{FF2B5EF4-FFF2-40B4-BE49-F238E27FC236}">
                <a16:creationId xmlns:a16="http://schemas.microsoft.com/office/drawing/2014/main" id="{4B54B713-E469-316B-1BA4-9A35898E828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1979390" y="2102215"/>
            <a:ext cx="429768" cy="429768"/>
          </a:xfrm>
        </p:spPr>
      </p:pic>
      <p:pic>
        <p:nvPicPr>
          <p:cNvPr id="13" name="Picture Placeholder 12" descr="Research">
            <a:extLst>
              <a:ext uri="{FF2B5EF4-FFF2-40B4-BE49-F238E27FC236}">
                <a16:creationId xmlns:a16="http://schemas.microsoft.com/office/drawing/2014/main" id="{6C9B6097-76E0-3353-4A69-BEEADFC44CEE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5881116" y="2123872"/>
            <a:ext cx="429768" cy="429768"/>
          </a:xfrm>
        </p:spPr>
      </p:pic>
      <p:pic>
        <p:nvPicPr>
          <p:cNvPr id="14" name="Picture Placeholder 13" descr="Presentation with bar chart">
            <a:extLst>
              <a:ext uri="{FF2B5EF4-FFF2-40B4-BE49-F238E27FC236}">
                <a16:creationId xmlns:a16="http://schemas.microsoft.com/office/drawing/2014/main" id="{C4EA2ABA-F1D3-89BC-5B2B-BF4B4B3D37D1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9728665" y="2102215"/>
            <a:ext cx="429768" cy="429768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CE7553-D6F5-08E7-66E8-A8C362CAC468}"/>
              </a:ext>
            </a:extLst>
          </p:cNvPr>
          <p:cNvSpPr txBox="1"/>
          <p:nvPr/>
        </p:nvSpPr>
        <p:spPr>
          <a:xfrm>
            <a:off x="785813" y="268982"/>
            <a:ext cx="3393878" cy="10926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500" dirty="0">
                <a:latin typeface="Angsana New" panose="02020603050405020304" pitchFamily="18" charset="-34"/>
                <a:cs typeface="Angsana New" panose="02020603050405020304" pitchFamily="18" charset="-34"/>
              </a:rPr>
              <a:t>Terminologies</a:t>
            </a:r>
          </a:p>
        </p:txBody>
      </p:sp>
      <p:pic>
        <p:nvPicPr>
          <p:cNvPr id="2" name="Picture 1" descr="Ey logo - free Icon PNG, SVG">
            <a:extLst>
              <a:ext uri="{FF2B5EF4-FFF2-40B4-BE49-F238E27FC236}">
                <a16:creationId xmlns:a16="http://schemas.microsoft.com/office/drawing/2014/main" id="{5F2423AA-4803-7540-51BF-BE84AB70DF3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07487" y="9939"/>
            <a:ext cx="2632812" cy="131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806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C528C8-65D2-6075-E1C8-B10EE8B56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SmartArt Placeholder 5" descr="Smart Art Graphic">
            <a:extLst>
              <a:ext uri="{FF2B5EF4-FFF2-40B4-BE49-F238E27FC236}">
                <a16:creationId xmlns:a16="http://schemas.microsoft.com/office/drawing/2014/main" id="{A4096646-50D9-25CF-DC5F-77288905F2BC}"/>
              </a:ext>
            </a:extLst>
          </p:cNvPr>
          <p:cNvGraphicFramePr>
            <a:graphicFrameLocks noGrp="1"/>
          </p:cNvGraphicFramePr>
          <p:nvPr>
            <p:ph type="dgm" sz="quarter" idx="29"/>
            <p:extLst>
              <p:ext uri="{D42A27DB-BD31-4B8C-83A1-F6EECF244321}">
                <p14:modId xmlns:p14="http://schemas.microsoft.com/office/powerpoint/2010/main" val="528757039"/>
              </p:ext>
            </p:extLst>
          </p:nvPr>
        </p:nvGraphicFramePr>
        <p:xfrm>
          <a:off x="785813" y="1817688"/>
          <a:ext cx="10620375" cy="4530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" name="Picture Placeholder 11" descr="Clock">
            <a:extLst>
              <a:ext uri="{FF2B5EF4-FFF2-40B4-BE49-F238E27FC236}">
                <a16:creationId xmlns:a16="http://schemas.microsoft.com/office/drawing/2014/main" id="{B39F689A-0CAB-D2E9-7B2C-1E3B6BA8BE44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1979390" y="2102215"/>
            <a:ext cx="429768" cy="429768"/>
          </a:xfrm>
        </p:spPr>
      </p:pic>
      <p:pic>
        <p:nvPicPr>
          <p:cNvPr id="13" name="Picture Placeholder 12" descr="Research">
            <a:extLst>
              <a:ext uri="{FF2B5EF4-FFF2-40B4-BE49-F238E27FC236}">
                <a16:creationId xmlns:a16="http://schemas.microsoft.com/office/drawing/2014/main" id="{752C7A0C-987F-94D5-CF0A-4DF89668AFFB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5881116" y="2123872"/>
            <a:ext cx="429768" cy="429768"/>
          </a:xfrm>
        </p:spPr>
      </p:pic>
      <p:pic>
        <p:nvPicPr>
          <p:cNvPr id="14" name="Picture Placeholder 13" descr="Presentation with bar chart">
            <a:extLst>
              <a:ext uri="{FF2B5EF4-FFF2-40B4-BE49-F238E27FC236}">
                <a16:creationId xmlns:a16="http://schemas.microsoft.com/office/drawing/2014/main" id="{99262818-5E8C-D955-BEF4-FD8A1C48B984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9728665" y="2102215"/>
            <a:ext cx="429768" cy="429768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C4E221-0507-9390-7764-956F50FC418C}"/>
              </a:ext>
            </a:extLst>
          </p:cNvPr>
          <p:cNvSpPr txBox="1"/>
          <p:nvPr/>
        </p:nvSpPr>
        <p:spPr>
          <a:xfrm>
            <a:off x="785813" y="268982"/>
            <a:ext cx="3393878" cy="10926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500" dirty="0">
                <a:latin typeface="Angsana New" panose="02020603050405020304" pitchFamily="18" charset="-34"/>
                <a:cs typeface="Angsana New" panose="02020603050405020304" pitchFamily="18" charset="-34"/>
              </a:rPr>
              <a:t>Terminologies</a:t>
            </a:r>
          </a:p>
        </p:txBody>
      </p:sp>
      <p:pic>
        <p:nvPicPr>
          <p:cNvPr id="2" name="Picture 1" descr="Ey logo - free Icon PNG, SVG">
            <a:extLst>
              <a:ext uri="{FF2B5EF4-FFF2-40B4-BE49-F238E27FC236}">
                <a16:creationId xmlns:a16="http://schemas.microsoft.com/office/drawing/2014/main" id="{F3AE63E9-E8CA-B515-9B79-F52DD57C6B3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07487" y="9939"/>
            <a:ext cx="2632812" cy="131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40217"/>
      </p:ext>
    </p:extLst>
  </p:cSld>
  <p:clrMapOvr>
    <a:masterClrMapping/>
  </p:clrMapOvr>
</p:sld>
</file>

<file path=ppt/theme/theme1.xml><?xml version="1.0" encoding="utf-8"?>
<a:theme xmlns:a="http://schemas.openxmlformats.org/drawingml/2006/main" name="OasisVTI">
  <a:themeElements>
    <a:clrScheme name="Custom 3">
      <a:dk1>
        <a:srgbClr val="131313"/>
      </a:dk1>
      <a:lt1>
        <a:sysClr val="window" lastClr="FFFFFF"/>
      </a:lt1>
      <a:dk2>
        <a:srgbClr val="3D3C33"/>
      </a:dk2>
      <a:lt2>
        <a:srgbClr val="F0EDE6"/>
      </a:lt2>
      <a:accent1>
        <a:srgbClr val="F7EFA9"/>
      </a:accent1>
      <a:accent2>
        <a:srgbClr val="F8F08B"/>
      </a:accent2>
      <a:accent3>
        <a:srgbClr val="F5EBA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_win32_DN_V3" id="{65F5DFDA-B6D8-4F37-85B8-E95C858FA146}" vid="{998F2FB7-179B-41D4-99FF-60A4C828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667383-B7F3-43FC-8965-135FDDEABCC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D6282DC-5D67-4C19-9A05-C65D9BF7BC7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2135656-72CC-4564-823F-B30D029964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{48BB66F3-104A-49D1-B43D-25C7DB2F59E7}05f950ec-c865-457c-93ae-9eb2ef1c603f-TFa19fa653-f273-4169-96ef-448bb1cd1027_win32</Template>
  <TotalTime>4329</TotalTime>
  <Words>1472</Words>
  <Application>Microsoft Office PowerPoint</Application>
  <PresentationFormat>Widescreen</PresentationFormat>
  <Paragraphs>316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Angsana New</vt:lpstr>
      <vt:lpstr>Arial</vt:lpstr>
      <vt:lpstr>Calibri</vt:lpstr>
      <vt:lpstr>DM Sans Bold</vt:lpstr>
      <vt:lpstr>Neue Haas Grotesk Text Pro</vt:lpstr>
      <vt:lpstr>Wingdings</vt:lpstr>
      <vt:lpstr>OasisVTI</vt:lpstr>
      <vt:lpstr>Procurement to pay 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Khushi Jain</dc:creator>
  <cp:lastModifiedBy>Khushi Jain</cp:lastModifiedBy>
  <cp:revision>1</cp:revision>
  <dcterms:created xsi:type="dcterms:W3CDTF">2026-05-29T05:16:55Z</dcterms:created>
  <dcterms:modified xsi:type="dcterms:W3CDTF">2026-07-04T17:57:25Z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